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1430000" cy="6858000"/>
  <p:notesSz cx="6858000" cy="9144000"/>
  <p:embeddedFontLst>
    <p:embeddedFont>
      <p:font typeface="Tomorrow" charset="1" panose="00000000000000000000"/>
      <p:regular r:id="rId15"/>
    </p:embeddedFont>
    <p:embeddedFont>
      <p:font typeface="Open Sans" charset="1" panose="00000000000000000000"/>
      <p:regular r:id="rId16"/>
    </p:embeddedFont>
    <p:embeddedFont>
      <p:font typeface="Canva Sans Bold" charset="1" panose="020B08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09655"/>
            <a:ext cx="4286250" cy="6438643"/>
          </a:xfrm>
          <a:custGeom>
            <a:avLst/>
            <a:gdLst/>
            <a:ahLst/>
            <a:cxnLst/>
            <a:rect r="r" b="b" t="t" l="l"/>
            <a:pathLst>
              <a:path h="6438643" w="4286250">
                <a:moveTo>
                  <a:pt x="0" y="0"/>
                </a:moveTo>
                <a:lnTo>
                  <a:pt x="4286250" y="0"/>
                </a:lnTo>
                <a:lnTo>
                  <a:pt x="428625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" t="-3" r="-7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86325" y="2226364"/>
            <a:ext cx="5903119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3375">
                <a:solidFill>
                  <a:srgbClr val="EDEDE8"/>
                </a:solidFill>
                <a:latin typeface="Tomorrow"/>
                <a:ea typeface="Tomorrow"/>
                <a:cs typeface="Tomorrow"/>
                <a:sym typeface="Tomorrow"/>
              </a:rPr>
              <a:t>Self-Evolving Deployment Validation System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000682" y="3405588"/>
            <a:ext cx="38824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886325" y="3519888"/>
            <a:ext cx="5698436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Aself-evolving,end-to-enddeploymentvalidation systemthat fuses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86325" y="3796113"/>
            <a:ext cx="6031582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blockchain immutability,AI-driven securityintelligence,andmulti-agent consensus tocreateacontinuously adaptingand future-proof deployment pipeline.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77489" y="209398"/>
            <a:ext cx="6552511" cy="6439205"/>
          </a:xfrm>
          <a:custGeom>
            <a:avLst/>
            <a:gdLst/>
            <a:ahLst/>
            <a:cxnLst/>
            <a:rect r="r" b="b" t="t" l="l"/>
            <a:pathLst>
              <a:path h="6439205" w="6552511">
                <a:moveTo>
                  <a:pt x="0" y="0"/>
                </a:moveTo>
                <a:lnTo>
                  <a:pt x="6552511" y="0"/>
                </a:lnTo>
                <a:lnTo>
                  <a:pt x="6552511" y="6439204"/>
                </a:lnTo>
                <a:lnTo>
                  <a:pt x="0" y="6439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8" t="-1474" r="0" b="-147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60716" y="4024713"/>
            <a:ext cx="38824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31119" y="4024713"/>
            <a:ext cx="38824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94660" y="4024713"/>
            <a:ext cx="38824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3920" y="777118"/>
            <a:ext cx="3784146" cy="3258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4"/>
              </a:lnSpc>
            </a:pPr>
            <a:r>
              <a:rPr lang="en-US" sz="3746" spc="3">
                <a:solidFill>
                  <a:srgbClr val="EDEDE8"/>
                </a:solidFill>
                <a:latin typeface="Tomorrow"/>
                <a:ea typeface="Tomorrow"/>
                <a:cs typeface="Tomorrow"/>
                <a:sym typeface="Tomorrow"/>
              </a:rPr>
              <a:t>Flowchart of our Self-Evolving Deployment Validation System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D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600075" y="2657323"/>
            <a:ext cx="5029200" cy="990600"/>
            <a:chOff x="0" y="0"/>
            <a:chExt cx="5029200" cy="990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29200" cy="990600"/>
            </a:xfrm>
            <a:custGeom>
              <a:avLst/>
              <a:gdLst/>
              <a:ahLst/>
              <a:cxnLst/>
              <a:rect r="r" b="b" t="t" l="l"/>
              <a:pathLst>
                <a:path h="990600" w="5029200">
                  <a:moveTo>
                    <a:pt x="0" y="969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5007737" y="0"/>
                  </a:lnTo>
                  <a:cubicBezTo>
                    <a:pt x="5010531" y="0"/>
                    <a:pt x="5013325" y="508"/>
                    <a:pt x="5015992" y="1651"/>
                  </a:cubicBezTo>
                  <a:cubicBezTo>
                    <a:pt x="5018659" y="2794"/>
                    <a:pt x="5020945" y="4318"/>
                    <a:pt x="5022977" y="6350"/>
                  </a:cubicBezTo>
                  <a:cubicBezTo>
                    <a:pt x="5025008" y="8382"/>
                    <a:pt x="5026533" y="10668"/>
                    <a:pt x="5027549" y="13335"/>
                  </a:cubicBezTo>
                  <a:cubicBezTo>
                    <a:pt x="5028564" y="16002"/>
                    <a:pt x="5029200" y="18669"/>
                    <a:pt x="5029200" y="21590"/>
                  </a:cubicBezTo>
                  <a:lnTo>
                    <a:pt x="5029200" y="969137"/>
                  </a:lnTo>
                  <a:cubicBezTo>
                    <a:pt x="5029200" y="971931"/>
                    <a:pt x="5028692" y="974725"/>
                    <a:pt x="5027549" y="977265"/>
                  </a:cubicBezTo>
                  <a:cubicBezTo>
                    <a:pt x="5026406" y="979805"/>
                    <a:pt x="5024882" y="982218"/>
                    <a:pt x="5022977" y="984250"/>
                  </a:cubicBezTo>
                  <a:cubicBezTo>
                    <a:pt x="5021072" y="986282"/>
                    <a:pt x="5018659" y="987806"/>
                    <a:pt x="5015992" y="988949"/>
                  </a:cubicBezTo>
                  <a:cubicBezTo>
                    <a:pt x="5013325" y="990092"/>
                    <a:pt x="5010658" y="990600"/>
                    <a:pt x="5007737" y="990600"/>
                  </a:cubicBezTo>
                  <a:lnTo>
                    <a:pt x="21463" y="990600"/>
                  </a:lnTo>
                  <a:cubicBezTo>
                    <a:pt x="18669" y="990600"/>
                    <a:pt x="15875" y="990092"/>
                    <a:pt x="13208" y="988949"/>
                  </a:cubicBezTo>
                  <a:cubicBezTo>
                    <a:pt x="10541" y="987806"/>
                    <a:pt x="8255" y="986282"/>
                    <a:pt x="6223" y="984250"/>
                  </a:cubicBezTo>
                  <a:cubicBezTo>
                    <a:pt x="4191" y="982218"/>
                    <a:pt x="2667" y="979932"/>
                    <a:pt x="1524" y="977265"/>
                  </a:cubicBezTo>
                  <a:cubicBezTo>
                    <a:pt x="381" y="974598"/>
                    <a:pt x="0" y="972058"/>
                    <a:pt x="0" y="969137"/>
                  </a:cubicBezTo>
                </a:path>
              </a:pathLst>
            </a:custGeom>
            <a:solidFill>
              <a:srgbClr val="E1E1DF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600075" y="3819373"/>
            <a:ext cx="5029200" cy="1257300"/>
            <a:chOff x="0" y="0"/>
            <a:chExt cx="5029200" cy="1257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29200" cy="1257300"/>
            </a:xfrm>
            <a:custGeom>
              <a:avLst/>
              <a:gdLst/>
              <a:ahLst/>
              <a:cxnLst/>
              <a:rect r="r" b="b" t="t" l="l"/>
              <a:pathLst>
                <a:path h="1257300" w="5029200">
                  <a:moveTo>
                    <a:pt x="0" y="12358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5007737" y="0"/>
                  </a:lnTo>
                  <a:cubicBezTo>
                    <a:pt x="5010531" y="0"/>
                    <a:pt x="5013325" y="508"/>
                    <a:pt x="5015992" y="1651"/>
                  </a:cubicBezTo>
                  <a:cubicBezTo>
                    <a:pt x="5018659" y="2794"/>
                    <a:pt x="5020945" y="4318"/>
                    <a:pt x="5022977" y="6350"/>
                  </a:cubicBezTo>
                  <a:cubicBezTo>
                    <a:pt x="5025008" y="8382"/>
                    <a:pt x="5026533" y="10668"/>
                    <a:pt x="5027549" y="13335"/>
                  </a:cubicBezTo>
                  <a:cubicBezTo>
                    <a:pt x="5028564" y="16002"/>
                    <a:pt x="5029200" y="18669"/>
                    <a:pt x="5029200" y="21590"/>
                  </a:cubicBezTo>
                  <a:lnTo>
                    <a:pt x="5029200" y="1235837"/>
                  </a:lnTo>
                  <a:cubicBezTo>
                    <a:pt x="5029200" y="1238631"/>
                    <a:pt x="5028692" y="1241425"/>
                    <a:pt x="5027549" y="1243965"/>
                  </a:cubicBezTo>
                  <a:cubicBezTo>
                    <a:pt x="5026406" y="1246505"/>
                    <a:pt x="5024882" y="1248918"/>
                    <a:pt x="5022977" y="1250950"/>
                  </a:cubicBezTo>
                  <a:cubicBezTo>
                    <a:pt x="5021072" y="1252982"/>
                    <a:pt x="5018659" y="1254506"/>
                    <a:pt x="5015992" y="1255649"/>
                  </a:cubicBezTo>
                  <a:cubicBezTo>
                    <a:pt x="5013325" y="1256792"/>
                    <a:pt x="5010658" y="1257300"/>
                    <a:pt x="5007737" y="1257300"/>
                  </a:cubicBezTo>
                  <a:lnTo>
                    <a:pt x="21463" y="1257300"/>
                  </a:lnTo>
                  <a:cubicBezTo>
                    <a:pt x="18669" y="1257300"/>
                    <a:pt x="15875" y="1256792"/>
                    <a:pt x="13208" y="1255649"/>
                  </a:cubicBezTo>
                  <a:cubicBezTo>
                    <a:pt x="10541" y="1254506"/>
                    <a:pt x="8255" y="1252982"/>
                    <a:pt x="6223" y="1250950"/>
                  </a:cubicBezTo>
                  <a:cubicBezTo>
                    <a:pt x="4191" y="1248918"/>
                    <a:pt x="2667" y="1246632"/>
                    <a:pt x="1524" y="1243965"/>
                  </a:cubicBezTo>
                  <a:cubicBezTo>
                    <a:pt x="381" y="1241298"/>
                    <a:pt x="0" y="1238758"/>
                    <a:pt x="0" y="1235837"/>
                  </a:cubicBezTo>
                </a:path>
              </a:pathLst>
            </a:custGeom>
            <a:solidFill>
              <a:srgbClr val="E1E1D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5800725" y="2657323"/>
            <a:ext cx="5029200" cy="990600"/>
            <a:chOff x="0" y="0"/>
            <a:chExt cx="5029200" cy="990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29327" cy="990600"/>
            </a:xfrm>
            <a:custGeom>
              <a:avLst/>
              <a:gdLst/>
              <a:ahLst/>
              <a:cxnLst/>
              <a:rect r="r" b="b" t="t" l="l"/>
              <a:pathLst>
                <a:path h="990600" w="5029327">
                  <a:moveTo>
                    <a:pt x="0" y="969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5007737" y="0"/>
                  </a:lnTo>
                  <a:cubicBezTo>
                    <a:pt x="5010531" y="0"/>
                    <a:pt x="5013325" y="508"/>
                    <a:pt x="5015992" y="1651"/>
                  </a:cubicBezTo>
                  <a:cubicBezTo>
                    <a:pt x="5018659" y="2794"/>
                    <a:pt x="5020945" y="4318"/>
                    <a:pt x="5022977" y="6350"/>
                  </a:cubicBezTo>
                  <a:cubicBezTo>
                    <a:pt x="5025008" y="8382"/>
                    <a:pt x="5026533" y="10668"/>
                    <a:pt x="5027676" y="13335"/>
                  </a:cubicBezTo>
                  <a:cubicBezTo>
                    <a:pt x="5028819" y="16002"/>
                    <a:pt x="5029327" y="18669"/>
                    <a:pt x="5029327" y="21590"/>
                  </a:cubicBezTo>
                  <a:lnTo>
                    <a:pt x="5029327" y="969137"/>
                  </a:lnTo>
                  <a:cubicBezTo>
                    <a:pt x="5029327" y="971931"/>
                    <a:pt x="5028819" y="974725"/>
                    <a:pt x="5027676" y="977265"/>
                  </a:cubicBezTo>
                  <a:cubicBezTo>
                    <a:pt x="5026533" y="979805"/>
                    <a:pt x="5025009" y="982218"/>
                    <a:pt x="5022977" y="984250"/>
                  </a:cubicBezTo>
                  <a:cubicBezTo>
                    <a:pt x="5020945" y="986282"/>
                    <a:pt x="5018659" y="987806"/>
                    <a:pt x="5015992" y="988949"/>
                  </a:cubicBezTo>
                  <a:cubicBezTo>
                    <a:pt x="5013325" y="990092"/>
                    <a:pt x="5010658" y="990600"/>
                    <a:pt x="5007737" y="990600"/>
                  </a:cubicBezTo>
                  <a:lnTo>
                    <a:pt x="21463" y="990600"/>
                  </a:lnTo>
                  <a:cubicBezTo>
                    <a:pt x="18669" y="990600"/>
                    <a:pt x="15875" y="990092"/>
                    <a:pt x="13208" y="988949"/>
                  </a:cubicBezTo>
                  <a:cubicBezTo>
                    <a:pt x="10541" y="987806"/>
                    <a:pt x="8255" y="986282"/>
                    <a:pt x="6223" y="984250"/>
                  </a:cubicBezTo>
                  <a:cubicBezTo>
                    <a:pt x="4191" y="982218"/>
                    <a:pt x="2667" y="979932"/>
                    <a:pt x="1651" y="977265"/>
                  </a:cubicBezTo>
                  <a:cubicBezTo>
                    <a:pt x="635" y="974598"/>
                    <a:pt x="0" y="972058"/>
                    <a:pt x="0" y="969137"/>
                  </a:cubicBezTo>
                </a:path>
              </a:pathLst>
            </a:custGeom>
            <a:solidFill>
              <a:srgbClr val="E1E1DF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5800725" y="3819373"/>
            <a:ext cx="5029200" cy="1257300"/>
            <a:chOff x="0" y="0"/>
            <a:chExt cx="5029200" cy="1257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29327" cy="1257300"/>
            </a:xfrm>
            <a:custGeom>
              <a:avLst/>
              <a:gdLst/>
              <a:ahLst/>
              <a:cxnLst/>
              <a:rect r="r" b="b" t="t" l="l"/>
              <a:pathLst>
                <a:path h="1257300" w="5029327">
                  <a:moveTo>
                    <a:pt x="0" y="12358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5007737" y="0"/>
                  </a:lnTo>
                  <a:cubicBezTo>
                    <a:pt x="5010531" y="0"/>
                    <a:pt x="5013325" y="508"/>
                    <a:pt x="5015992" y="1651"/>
                  </a:cubicBezTo>
                  <a:cubicBezTo>
                    <a:pt x="5018659" y="2794"/>
                    <a:pt x="5020945" y="4318"/>
                    <a:pt x="5022977" y="6350"/>
                  </a:cubicBezTo>
                  <a:cubicBezTo>
                    <a:pt x="5025008" y="8382"/>
                    <a:pt x="5026533" y="10668"/>
                    <a:pt x="5027676" y="13335"/>
                  </a:cubicBezTo>
                  <a:cubicBezTo>
                    <a:pt x="5028819" y="16002"/>
                    <a:pt x="5029327" y="18669"/>
                    <a:pt x="5029327" y="21590"/>
                  </a:cubicBezTo>
                  <a:lnTo>
                    <a:pt x="5029327" y="1235837"/>
                  </a:lnTo>
                  <a:cubicBezTo>
                    <a:pt x="5029327" y="1238631"/>
                    <a:pt x="5028819" y="1241425"/>
                    <a:pt x="5027676" y="1243965"/>
                  </a:cubicBezTo>
                  <a:cubicBezTo>
                    <a:pt x="5026533" y="1246505"/>
                    <a:pt x="5025009" y="1248918"/>
                    <a:pt x="5022977" y="1250950"/>
                  </a:cubicBezTo>
                  <a:cubicBezTo>
                    <a:pt x="5020945" y="1252982"/>
                    <a:pt x="5018659" y="1254506"/>
                    <a:pt x="5015992" y="1255649"/>
                  </a:cubicBezTo>
                  <a:cubicBezTo>
                    <a:pt x="5013325" y="1256792"/>
                    <a:pt x="5010658" y="1257300"/>
                    <a:pt x="5007737" y="1257300"/>
                  </a:cubicBezTo>
                  <a:lnTo>
                    <a:pt x="21463" y="1257300"/>
                  </a:lnTo>
                  <a:cubicBezTo>
                    <a:pt x="18669" y="1257300"/>
                    <a:pt x="15875" y="1256792"/>
                    <a:pt x="13208" y="1255649"/>
                  </a:cubicBezTo>
                  <a:cubicBezTo>
                    <a:pt x="10541" y="1254506"/>
                    <a:pt x="8255" y="1252982"/>
                    <a:pt x="6223" y="1250950"/>
                  </a:cubicBezTo>
                  <a:cubicBezTo>
                    <a:pt x="4191" y="1248918"/>
                    <a:pt x="2667" y="1246632"/>
                    <a:pt x="1651" y="1243965"/>
                  </a:cubicBezTo>
                  <a:cubicBezTo>
                    <a:pt x="635" y="1241298"/>
                    <a:pt x="0" y="1238758"/>
                    <a:pt x="0" y="1235837"/>
                  </a:cubicBezTo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00075" y="1864414"/>
            <a:ext cx="261881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3375">
                <a:solidFill>
                  <a:srgbClr val="EDEDE8"/>
                </a:solidFill>
                <a:latin typeface="Tomorrow"/>
                <a:ea typeface="Tomorrow"/>
                <a:cs typeface="Tomorrow"/>
                <a:sym typeface="Tomorrow"/>
              </a:rPr>
              <a:t>Our Mission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6554" y="2622814"/>
            <a:ext cx="5224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1687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1525" y="3899164"/>
            <a:ext cx="252153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687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Immutable Audit Trails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14801" y="4272363"/>
            <a:ext cx="38824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1525" y="2737114"/>
            <a:ext cx="258579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687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Prevent</a:t>
            </a:r>
            <a:r>
              <a:rPr lang="en-US" sz="1687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1687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Malicious</a:t>
            </a:r>
            <a:r>
              <a:rPr lang="en-US" sz="1687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1687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Code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3467" y="3110313"/>
            <a:ext cx="38824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72175" y="3899164"/>
            <a:ext cx="153238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687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AI Consensus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72175" y="4272363"/>
            <a:ext cx="911819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4"/>
              </a:lnSpc>
            </a:pPr>
            <a:r>
              <a:rPr lang="en-US" sz="135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</a:p>
          <a:p>
            <a:pPr algn="ctr">
              <a:lnSpc>
                <a:spcPts val="2100"/>
              </a:lnSpc>
            </a:pPr>
            <a:r>
              <a:rPr lang="en-US" sz="135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algorithms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72175" y="2737114"/>
            <a:ext cx="216456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687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Ensure Compliance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20167" y="3110313"/>
            <a:ext cx="38824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1525" y="4367613"/>
            <a:ext cx="4271248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Cryptographicallyverifiedrecords of every decision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1525" y="3205563"/>
            <a:ext cx="4758280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Blockthreatsbeforetheyreachproduction environments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72175" y="4339038"/>
            <a:ext cx="4607109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5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Morereliablethanhuman judgment through advanced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72175" y="3205563"/>
            <a:ext cx="4766329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Automaticregulatorycompliance across all deployments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43750" y="209655"/>
            <a:ext cx="4286250" cy="6438643"/>
          </a:xfrm>
          <a:custGeom>
            <a:avLst/>
            <a:gdLst/>
            <a:ahLst/>
            <a:cxnLst/>
            <a:rect r="r" b="b" t="t" l="l"/>
            <a:pathLst>
              <a:path h="6438643" w="4286250">
                <a:moveTo>
                  <a:pt x="0" y="0"/>
                </a:moveTo>
                <a:lnTo>
                  <a:pt x="4286250" y="0"/>
                </a:lnTo>
                <a:lnTo>
                  <a:pt x="428625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" t="-3" r="-7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0075" y="1300105"/>
            <a:ext cx="5662755" cy="4244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51"/>
              </a:lnSpc>
            </a:pPr>
            <a:r>
              <a:rPr lang="en-US" sz="6750">
                <a:solidFill>
                  <a:srgbClr val="EDEDE8"/>
                </a:solidFill>
                <a:latin typeface="Tomorrow"/>
                <a:ea typeface="Tomorrow"/>
                <a:cs typeface="Tomorrow"/>
                <a:sym typeface="Tomorrow"/>
              </a:rPr>
              <a:t>13 Specialized AI Agents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Our revolutionary multi-agent system uses 13 specialized AI agents </a:t>
            </a:r>
          </a:p>
          <a:p>
            <a:pPr algn="l">
              <a:lnSpc>
                <a:spcPts val="974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working in parallel to validate every deployment with mathematical 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precision.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43750" y="209655"/>
            <a:ext cx="4286250" cy="6438643"/>
          </a:xfrm>
          <a:custGeom>
            <a:avLst/>
            <a:gdLst/>
            <a:ahLst/>
            <a:cxnLst/>
            <a:rect r="r" b="b" t="t" l="l"/>
            <a:pathLst>
              <a:path h="6438643" w="4286250">
                <a:moveTo>
                  <a:pt x="0" y="0"/>
                </a:moveTo>
                <a:lnTo>
                  <a:pt x="4286250" y="0"/>
                </a:lnTo>
                <a:lnTo>
                  <a:pt x="428625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" t="-3" r="-7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6572" y="4194019"/>
            <a:ext cx="6070597" cy="936622"/>
          </a:xfrm>
          <a:custGeom>
            <a:avLst/>
            <a:gdLst/>
            <a:ahLst/>
            <a:cxnLst/>
            <a:rect r="r" b="b" t="t" l="l"/>
            <a:pathLst>
              <a:path h="936622" w="6070597">
                <a:moveTo>
                  <a:pt x="0" y="0"/>
                </a:moveTo>
                <a:lnTo>
                  <a:pt x="6070597" y="0"/>
                </a:lnTo>
                <a:lnTo>
                  <a:pt x="6070597" y="936622"/>
                </a:lnTo>
                <a:lnTo>
                  <a:pt x="0" y="9366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628650" y="3238348"/>
            <a:ext cx="57150" cy="57150"/>
            <a:chOff x="0" y="0"/>
            <a:chExt cx="57150" cy="57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C9C9C0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628650" y="3571723"/>
            <a:ext cx="57150" cy="57150"/>
            <a:chOff x="0" y="0"/>
            <a:chExt cx="57150" cy="57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2926"/>
                    <a:pt x="2159" y="39497"/>
                  </a:cubicBezTo>
                  <a:cubicBezTo>
                    <a:pt x="635" y="36068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C9C9C0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28650" y="3905098"/>
            <a:ext cx="57150" cy="57150"/>
            <a:chOff x="0" y="0"/>
            <a:chExt cx="57150" cy="57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C9C9C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00075" y="1788214"/>
            <a:ext cx="6013313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6"/>
              </a:lnSpc>
            </a:pPr>
            <a:r>
              <a:rPr lang="en-US" sz="3375">
                <a:solidFill>
                  <a:srgbClr val="EDEDE8"/>
                </a:solidFill>
                <a:latin typeface="Tomorrow"/>
                <a:ea typeface="Tomorrow"/>
                <a:cs typeface="Tomorrow"/>
                <a:sym typeface="Tomorrow"/>
              </a:rPr>
              <a:t>Blockchain Construction &amp; Validation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98844" y="2986488"/>
            <a:ext cx="38824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4214" y="3053163"/>
            <a:ext cx="2159403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Immutable</a:t>
            </a:r>
            <a:r>
              <a:rPr lang="en-US" sz="135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hash</a:t>
            </a:r>
            <a:r>
              <a:rPr lang="en-US" sz="135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chaining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4214" y="3386538"/>
            <a:ext cx="2705205" cy="643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SHA-256 cryptographicsecurity AI-agent consensus validation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3038" y="4357135"/>
            <a:ext cx="5446528" cy="53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50">
                <a:solidFill>
                  <a:srgbClr val="C9C9C0"/>
                </a:solidFill>
                <a:latin typeface="Open Sans"/>
                <a:ea typeface="Open Sans"/>
                <a:cs typeface="Open Sans"/>
                <a:sym typeface="Open Sans"/>
              </a:rPr>
              <a:t>Block Hash = SHA256(previous_hash + current_data + timestamp + nonce)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D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600075" y="1857223"/>
            <a:ext cx="428587" cy="428587"/>
            <a:chOff x="0" y="0"/>
            <a:chExt cx="428587" cy="4285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9768" cy="429895"/>
            </a:xfrm>
            <a:custGeom>
              <a:avLst/>
              <a:gdLst/>
              <a:ahLst/>
              <a:cxnLst/>
              <a:rect r="r" b="b" t="t" l="l"/>
              <a:pathLst>
                <a:path h="429895" w="429768">
                  <a:moveTo>
                    <a:pt x="321437" y="174117"/>
                  </a:moveTo>
                  <a:cubicBezTo>
                    <a:pt x="321437" y="164465"/>
                    <a:pt x="320548" y="154813"/>
                    <a:pt x="318643" y="145415"/>
                  </a:cubicBezTo>
                  <a:cubicBezTo>
                    <a:pt x="316738" y="136017"/>
                    <a:pt x="313944" y="126746"/>
                    <a:pt x="310261" y="117729"/>
                  </a:cubicBezTo>
                  <a:cubicBezTo>
                    <a:pt x="306578" y="108712"/>
                    <a:pt x="302006" y="100330"/>
                    <a:pt x="296672" y="92202"/>
                  </a:cubicBezTo>
                  <a:cubicBezTo>
                    <a:pt x="291338" y="84074"/>
                    <a:pt x="285242" y="76708"/>
                    <a:pt x="278384" y="69850"/>
                  </a:cubicBezTo>
                  <a:cubicBezTo>
                    <a:pt x="271526" y="62992"/>
                    <a:pt x="264160" y="56896"/>
                    <a:pt x="256032" y="51562"/>
                  </a:cubicBezTo>
                  <a:cubicBezTo>
                    <a:pt x="247904" y="46228"/>
                    <a:pt x="239522" y="41656"/>
                    <a:pt x="230505" y="37973"/>
                  </a:cubicBezTo>
                  <a:cubicBezTo>
                    <a:pt x="221488" y="34290"/>
                    <a:pt x="212344" y="31496"/>
                    <a:pt x="202819" y="29591"/>
                  </a:cubicBezTo>
                  <a:cubicBezTo>
                    <a:pt x="193294" y="27686"/>
                    <a:pt x="183769" y="26797"/>
                    <a:pt x="174117" y="26797"/>
                  </a:cubicBezTo>
                  <a:cubicBezTo>
                    <a:pt x="164465" y="26797"/>
                    <a:pt x="154813" y="27813"/>
                    <a:pt x="145415" y="29591"/>
                  </a:cubicBezTo>
                  <a:cubicBezTo>
                    <a:pt x="136017" y="31369"/>
                    <a:pt x="126746" y="34290"/>
                    <a:pt x="117729" y="37973"/>
                  </a:cubicBezTo>
                  <a:cubicBezTo>
                    <a:pt x="108712" y="41656"/>
                    <a:pt x="100330" y="46228"/>
                    <a:pt x="92202" y="51562"/>
                  </a:cubicBezTo>
                  <a:cubicBezTo>
                    <a:pt x="84074" y="56896"/>
                    <a:pt x="76708" y="62992"/>
                    <a:pt x="69850" y="69850"/>
                  </a:cubicBezTo>
                  <a:cubicBezTo>
                    <a:pt x="62992" y="76708"/>
                    <a:pt x="57023" y="84201"/>
                    <a:pt x="51562" y="92202"/>
                  </a:cubicBezTo>
                  <a:cubicBezTo>
                    <a:pt x="46101" y="100203"/>
                    <a:pt x="41656" y="108712"/>
                    <a:pt x="37973" y="117729"/>
                  </a:cubicBezTo>
                  <a:cubicBezTo>
                    <a:pt x="34290" y="126746"/>
                    <a:pt x="31496" y="135890"/>
                    <a:pt x="29591" y="145415"/>
                  </a:cubicBezTo>
                  <a:cubicBezTo>
                    <a:pt x="27686" y="154940"/>
                    <a:pt x="26797" y="164465"/>
                    <a:pt x="26797" y="174117"/>
                  </a:cubicBezTo>
                  <a:cubicBezTo>
                    <a:pt x="26797" y="183769"/>
                    <a:pt x="27686" y="193421"/>
                    <a:pt x="29591" y="202819"/>
                  </a:cubicBezTo>
                  <a:cubicBezTo>
                    <a:pt x="31496" y="212217"/>
                    <a:pt x="34290" y="221488"/>
                    <a:pt x="37973" y="230505"/>
                  </a:cubicBezTo>
                  <a:cubicBezTo>
                    <a:pt x="41656" y="239522"/>
                    <a:pt x="46228" y="247904"/>
                    <a:pt x="51562" y="256032"/>
                  </a:cubicBezTo>
                  <a:cubicBezTo>
                    <a:pt x="56896" y="264160"/>
                    <a:pt x="62992" y="271526"/>
                    <a:pt x="69850" y="278384"/>
                  </a:cubicBezTo>
                  <a:cubicBezTo>
                    <a:pt x="76708" y="285242"/>
                    <a:pt x="84074" y="291338"/>
                    <a:pt x="92202" y="296672"/>
                  </a:cubicBezTo>
                  <a:cubicBezTo>
                    <a:pt x="100330" y="302006"/>
                    <a:pt x="108712" y="306578"/>
                    <a:pt x="117729" y="310261"/>
                  </a:cubicBezTo>
                  <a:cubicBezTo>
                    <a:pt x="126746" y="313944"/>
                    <a:pt x="135890" y="316738"/>
                    <a:pt x="145415" y="318643"/>
                  </a:cubicBezTo>
                  <a:cubicBezTo>
                    <a:pt x="154940" y="320548"/>
                    <a:pt x="164465" y="321437"/>
                    <a:pt x="174117" y="321437"/>
                  </a:cubicBezTo>
                  <a:cubicBezTo>
                    <a:pt x="183769" y="321437"/>
                    <a:pt x="193421" y="320421"/>
                    <a:pt x="202819" y="318643"/>
                  </a:cubicBezTo>
                  <a:cubicBezTo>
                    <a:pt x="212217" y="316865"/>
                    <a:pt x="221488" y="313944"/>
                    <a:pt x="230505" y="310261"/>
                  </a:cubicBezTo>
                  <a:cubicBezTo>
                    <a:pt x="239522" y="306578"/>
                    <a:pt x="247904" y="302006"/>
                    <a:pt x="256032" y="296672"/>
                  </a:cubicBezTo>
                  <a:cubicBezTo>
                    <a:pt x="264160" y="291338"/>
                    <a:pt x="271526" y="285242"/>
                    <a:pt x="278384" y="278384"/>
                  </a:cubicBezTo>
                  <a:cubicBezTo>
                    <a:pt x="285242" y="271526"/>
                    <a:pt x="291338" y="264160"/>
                    <a:pt x="296672" y="256032"/>
                  </a:cubicBezTo>
                  <a:cubicBezTo>
                    <a:pt x="302006" y="247904"/>
                    <a:pt x="306578" y="239522"/>
                    <a:pt x="310261" y="230505"/>
                  </a:cubicBezTo>
                  <a:cubicBezTo>
                    <a:pt x="313944" y="221488"/>
                    <a:pt x="316738" y="212344"/>
                    <a:pt x="318643" y="202819"/>
                  </a:cubicBezTo>
                  <a:cubicBezTo>
                    <a:pt x="320548" y="193294"/>
                    <a:pt x="321437" y="183769"/>
                    <a:pt x="321437" y="174117"/>
                  </a:cubicBezTo>
                  <a:close/>
                  <a:moveTo>
                    <a:pt x="287401" y="306451"/>
                  </a:moveTo>
                  <a:cubicBezTo>
                    <a:pt x="257048" y="332613"/>
                    <a:pt x="217424" y="348361"/>
                    <a:pt x="174117" y="348361"/>
                  </a:cubicBezTo>
                  <a:cubicBezTo>
                    <a:pt x="77978" y="348234"/>
                    <a:pt x="0" y="270256"/>
                    <a:pt x="0" y="174117"/>
                  </a:cubicBezTo>
                  <a:cubicBezTo>
                    <a:pt x="0" y="77978"/>
                    <a:pt x="77978" y="0"/>
                    <a:pt x="174117" y="0"/>
                  </a:cubicBezTo>
                  <a:cubicBezTo>
                    <a:pt x="270256" y="0"/>
                    <a:pt x="348234" y="77978"/>
                    <a:pt x="348234" y="174117"/>
                  </a:cubicBezTo>
                  <a:cubicBezTo>
                    <a:pt x="348234" y="217424"/>
                    <a:pt x="332486" y="257048"/>
                    <a:pt x="306324" y="287401"/>
                  </a:cubicBezTo>
                  <a:lnTo>
                    <a:pt x="424561" y="405765"/>
                  </a:lnTo>
                  <a:cubicBezTo>
                    <a:pt x="429768" y="410972"/>
                    <a:pt x="429768" y="419481"/>
                    <a:pt x="424561" y="424688"/>
                  </a:cubicBezTo>
                  <a:cubicBezTo>
                    <a:pt x="419354" y="429895"/>
                    <a:pt x="410845" y="429895"/>
                    <a:pt x="405638" y="424688"/>
                  </a:cubicBezTo>
                  <a:lnTo>
                    <a:pt x="287274" y="306451"/>
                  </a:lnTo>
                </a:path>
              </a:pathLst>
            </a:custGeom>
            <a:solidFill>
              <a:srgbClr val="E1E1DF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617953" y="4062260"/>
            <a:ext cx="392811" cy="380952"/>
            <a:chOff x="0" y="0"/>
            <a:chExt cx="392811" cy="380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1143" y="0"/>
              <a:ext cx="395224" cy="382016"/>
            </a:xfrm>
            <a:custGeom>
              <a:avLst/>
              <a:gdLst/>
              <a:ahLst/>
              <a:cxnLst/>
              <a:rect r="r" b="b" t="t" l="l"/>
              <a:pathLst>
                <a:path h="382016" w="395224">
                  <a:moveTo>
                    <a:pt x="151765" y="125603"/>
                  </a:moveTo>
                  <a:lnTo>
                    <a:pt x="197485" y="31496"/>
                  </a:lnTo>
                  <a:lnTo>
                    <a:pt x="243205" y="125603"/>
                  </a:lnTo>
                  <a:cubicBezTo>
                    <a:pt x="246634" y="132715"/>
                    <a:pt x="253365" y="137541"/>
                    <a:pt x="261112" y="138811"/>
                  </a:cubicBezTo>
                  <a:lnTo>
                    <a:pt x="363347" y="153924"/>
                  </a:lnTo>
                  <a:lnTo>
                    <a:pt x="289052" y="227457"/>
                  </a:lnTo>
                  <a:cubicBezTo>
                    <a:pt x="283591" y="232918"/>
                    <a:pt x="281051" y="240665"/>
                    <a:pt x="282321" y="248412"/>
                  </a:cubicBezTo>
                  <a:lnTo>
                    <a:pt x="299847" y="352171"/>
                  </a:lnTo>
                  <a:lnTo>
                    <a:pt x="208661" y="303403"/>
                  </a:lnTo>
                  <a:cubicBezTo>
                    <a:pt x="201676" y="299720"/>
                    <a:pt x="193294" y="299720"/>
                    <a:pt x="186182" y="303403"/>
                  </a:cubicBezTo>
                  <a:lnTo>
                    <a:pt x="94996" y="352171"/>
                  </a:lnTo>
                  <a:lnTo>
                    <a:pt x="112522" y="248412"/>
                  </a:lnTo>
                  <a:cubicBezTo>
                    <a:pt x="113792" y="240792"/>
                    <a:pt x="111379" y="233045"/>
                    <a:pt x="105791" y="227457"/>
                  </a:cubicBezTo>
                  <a:lnTo>
                    <a:pt x="31623" y="153924"/>
                  </a:lnTo>
                  <a:lnTo>
                    <a:pt x="133858" y="138811"/>
                  </a:lnTo>
                  <a:cubicBezTo>
                    <a:pt x="141732" y="137668"/>
                    <a:pt x="148336" y="132715"/>
                    <a:pt x="151765" y="125603"/>
                  </a:cubicBezTo>
                  <a:close/>
                  <a:moveTo>
                    <a:pt x="299466" y="378841"/>
                  </a:moveTo>
                  <a:cubicBezTo>
                    <a:pt x="305435" y="382016"/>
                    <a:pt x="312801" y="381635"/>
                    <a:pt x="318262" y="377571"/>
                  </a:cubicBezTo>
                  <a:cubicBezTo>
                    <a:pt x="323723" y="373507"/>
                    <a:pt x="326644" y="366776"/>
                    <a:pt x="325501" y="360045"/>
                  </a:cubicBezTo>
                  <a:lnTo>
                    <a:pt x="305943" y="244348"/>
                  </a:lnTo>
                  <a:lnTo>
                    <a:pt x="388747" y="162306"/>
                  </a:lnTo>
                  <a:cubicBezTo>
                    <a:pt x="393573" y="157480"/>
                    <a:pt x="395224" y="150495"/>
                    <a:pt x="393192" y="144145"/>
                  </a:cubicBezTo>
                  <a:cubicBezTo>
                    <a:pt x="391160" y="137795"/>
                    <a:pt x="385572" y="133096"/>
                    <a:pt x="378841" y="131953"/>
                  </a:cubicBezTo>
                  <a:lnTo>
                    <a:pt x="264668" y="115189"/>
                  </a:lnTo>
                  <a:lnTo>
                    <a:pt x="213614" y="10033"/>
                  </a:lnTo>
                  <a:cubicBezTo>
                    <a:pt x="210566" y="3810"/>
                    <a:pt x="204343" y="0"/>
                    <a:pt x="197485" y="0"/>
                  </a:cubicBezTo>
                  <a:cubicBezTo>
                    <a:pt x="190627" y="0"/>
                    <a:pt x="184404" y="3810"/>
                    <a:pt x="181483" y="10033"/>
                  </a:cubicBezTo>
                  <a:lnTo>
                    <a:pt x="130429" y="115189"/>
                  </a:lnTo>
                  <a:lnTo>
                    <a:pt x="16383" y="132080"/>
                  </a:lnTo>
                  <a:cubicBezTo>
                    <a:pt x="9652" y="133096"/>
                    <a:pt x="4064" y="137795"/>
                    <a:pt x="2032" y="144272"/>
                  </a:cubicBezTo>
                  <a:cubicBezTo>
                    <a:pt x="0" y="150749"/>
                    <a:pt x="1651" y="157734"/>
                    <a:pt x="6477" y="162433"/>
                  </a:cubicBezTo>
                  <a:lnTo>
                    <a:pt x="89154" y="244348"/>
                  </a:lnTo>
                  <a:lnTo>
                    <a:pt x="69596" y="360045"/>
                  </a:lnTo>
                  <a:cubicBezTo>
                    <a:pt x="68453" y="366776"/>
                    <a:pt x="71247" y="373507"/>
                    <a:pt x="76835" y="377571"/>
                  </a:cubicBezTo>
                  <a:cubicBezTo>
                    <a:pt x="82423" y="381635"/>
                    <a:pt x="89662" y="382016"/>
                    <a:pt x="95631" y="378841"/>
                  </a:cubicBezTo>
                  <a:lnTo>
                    <a:pt x="197612" y="324358"/>
                  </a:lnTo>
                  <a:lnTo>
                    <a:pt x="299593" y="378841"/>
                  </a:lnTo>
                  <a:lnTo>
                    <a:pt x="299466" y="378841"/>
                  </a:lnTo>
                </a:path>
              </a:pathLst>
            </a:custGeom>
            <a:solidFill>
              <a:srgbClr val="E1E1D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5819775" y="4038448"/>
            <a:ext cx="428539" cy="428539"/>
            <a:chOff x="0" y="0"/>
            <a:chExt cx="428536" cy="4285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8371" cy="428625"/>
            </a:xfrm>
            <a:custGeom>
              <a:avLst/>
              <a:gdLst/>
              <a:ahLst/>
              <a:cxnLst/>
              <a:rect r="r" b="b" t="t" l="l"/>
              <a:pathLst>
                <a:path h="428625" w="428371">
                  <a:moveTo>
                    <a:pt x="179959" y="52578"/>
                  </a:moveTo>
                  <a:lnTo>
                    <a:pt x="184023" y="32258"/>
                  </a:lnTo>
                  <a:lnTo>
                    <a:pt x="170942" y="29591"/>
                  </a:lnTo>
                  <a:lnTo>
                    <a:pt x="184023" y="32258"/>
                  </a:lnTo>
                  <a:cubicBezTo>
                    <a:pt x="184277" y="30988"/>
                    <a:pt x="184912" y="29845"/>
                    <a:pt x="185674" y="29083"/>
                  </a:cubicBezTo>
                  <a:cubicBezTo>
                    <a:pt x="194945" y="27559"/>
                    <a:pt x="204597" y="26797"/>
                    <a:pt x="214249" y="26797"/>
                  </a:cubicBezTo>
                  <a:cubicBezTo>
                    <a:pt x="223901" y="26797"/>
                    <a:pt x="233553" y="27559"/>
                    <a:pt x="242824" y="28956"/>
                  </a:cubicBezTo>
                  <a:cubicBezTo>
                    <a:pt x="243713" y="29845"/>
                    <a:pt x="244221" y="30988"/>
                    <a:pt x="244475" y="32131"/>
                  </a:cubicBezTo>
                  <a:lnTo>
                    <a:pt x="248539" y="52578"/>
                  </a:lnTo>
                  <a:cubicBezTo>
                    <a:pt x="250952" y="64643"/>
                    <a:pt x="259588" y="73660"/>
                    <a:pt x="269875" y="77978"/>
                  </a:cubicBezTo>
                  <a:lnTo>
                    <a:pt x="271145" y="78486"/>
                  </a:lnTo>
                  <a:cubicBezTo>
                    <a:pt x="281432" y="82804"/>
                    <a:pt x="294005" y="82550"/>
                    <a:pt x="304165" y="75692"/>
                  </a:cubicBezTo>
                  <a:lnTo>
                    <a:pt x="321437" y="64135"/>
                  </a:lnTo>
                  <a:cubicBezTo>
                    <a:pt x="322453" y="63500"/>
                    <a:pt x="323596" y="62992"/>
                    <a:pt x="324866" y="62992"/>
                  </a:cubicBezTo>
                  <a:cubicBezTo>
                    <a:pt x="332486" y="68580"/>
                    <a:pt x="339725" y="74676"/>
                    <a:pt x="346329" y="81280"/>
                  </a:cubicBezTo>
                  <a:lnTo>
                    <a:pt x="346964" y="81915"/>
                  </a:lnTo>
                  <a:cubicBezTo>
                    <a:pt x="353568" y="88646"/>
                    <a:pt x="359791" y="95758"/>
                    <a:pt x="365252" y="103378"/>
                  </a:cubicBezTo>
                  <a:cubicBezTo>
                    <a:pt x="365125" y="104521"/>
                    <a:pt x="364871" y="105664"/>
                    <a:pt x="364109" y="106807"/>
                  </a:cubicBezTo>
                  <a:lnTo>
                    <a:pt x="352552" y="124079"/>
                  </a:lnTo>
                  <a:cubicBezTo>
                    <a:pt x="345821" y="134239"/>
                    <a:pt x="345440" y="146812"/>
                    <a:pt x="349758" y="157099"/>
                  </a:cubicBezTo>
                  <a:lnTo>
                    <a:pt x="350266" y="158369"/>
                  </a:lnTo>
                  <a:cubicBezTo>
                    <a:pt x="354584" y="168783"/>
                    <a:pt x="363601" y="177292"/>
                    <a:pt x="375666" y="179705"/>
                  </a:cubicBezTo>
                  <a:lnTo>
                    <a:pt x="395986" y="183769"/>
                  </a:lnTo>
                  <a:cubicBezTo>
                    <a:pt x="397256" y="184023"/>
                    <a:pt x="398272" y="184658"/>
                    <a:pt x="399161" y="185293"/>
                  </a:cubicBezTo>
                  <a:cubicBezTo>
                    <a:pt x="400558" y="194564"/>
                    <a:pt x="401320" y="204089"/>
                    <a:pt x="401320" y="213741"/>
                  </a:cubicBezTo>
                  <a:lnTo>
                    <a:pt x="401320" y="214122"/>
                  </a:lnTo>
                  <a:cubicBezTo>
                    <a:pt x="401320" y="223774"/>
                    <a:pt x="400558" y="233299"/>
                    <a:pt x="399161" y="242570"/>
                  </a:cubicBezTo>
                  <a:cubicBezTo>
                    <a:pt x="398272" y="243459"/>
                    <a:pt x="397129" y="243967"/>
                    <a:pt x="395986" y="244094"/>
                  </a:cubicBezTo>
                  <a:lnTo>
                    <a:pt x="375793" y="248412"/>
                  </a:lnTo>
                  <a:cubicBezTo>
                    <a:pt x="363728" y="250825"/>
                    <a:pt x="354711" y="259461"/>
                    <a:pt x="350393" y="269748"/>
                  </a:cubicBezTo>
                  <a:lnTo>
                    <a:pt x="349885" y="271018"/>
                  </a:lnTo>
                  <a:cubicBezTo>
                    <a:pt x="345567" y="281305"/>
                    <a:pt x="345821" y="293878"/>
                    <a:pt x="352679" y="304038"/>
                  </a:cubicBezTo>
                  <a:lnTo>
                    <a:pt x="364236" y="321310"/>
                  </a:lnTo>
                  <a:cubicBezTo>
                    <a:pt x="364871" y="322326"/>
                    <a:pt x="365252" y="323469"/>
                    <a:pt x="365252" y="324739"/>
                  </a:cubicBezTo>
                  <a:cubicBezTo>
                    <a:pt x="353822" y="340233"/>
                    <a:pt x="340233" y="353949"/>
                    <a:pt x="324739" y="365252"/>
                  </a:cubicBezTo>
                  <a:cubicBezTo>
                    <a:pt x="323596" y="365125"/>
                    <a:pt x="322326" y="364871"/>
                    <a:pt x="321310" y="364109"/>
                  </a:cubicBezTo>
                  <a:lnTo>
                    <a:pt x="304038" y="352552"/>
                  </a:lnTo>
                  <a:cubicBezTo>
                    <a:pt x="293878" y="345821"/>
                    <a:pt x="281305" y="345440"/>
                    <a:pt x="271018" y="349758"/>
                  </a:cubicBezTo>
                  <a:lnTo>
                    <a:pt x="269748" y="350266"/>
                  </a:lnTo>
                  <a:cubicBezTo>
                    <a:pt x="259334" y="354584"/>
                    <a:pt x="250825" y="363601"/>
                    <a:pt x="248412" y="375666"/>
                  </a:cubicBezTo>
                  <a:lnTo>
                    <a:pt x="244348" y="395986"/>
                  </a:lnTo>
                  <a:cubicBezTo>
                    <a:pt x="244094" y="397256"/>
                    <a:pt x="243459" y="398272"/>
                    <a:pt x="242824" y="399161"/>
                  </a:cubicBezTo>
                  <a:cubicBezTo>
                    <a:pt x="233553" y="400558"/>
                    <a:pt x="223901" y="401320"/>
                    <a:pt x="214249" y="401320"/>
                  </a:cubicBezTo>
                  <a:cubicBezTo>
                    <a:pt x="204597" y="401320"/>
                    <a:pt x="194945" y="400558"/>
                    <a:pt x="185674" y="399161"/>
                  </a:cubicBezTo>
                  <a:cubicBezTo>
                    <a:pt x="184785" y="398272"/>
                    <a:pt x="184404" y="397129"/>
                    <a:pt x="184150" y="395986"/>
                  </a:cubicBezTo>
                  <a:lnTo>
                    <a:pt x="179959" y="375666"/>
                  </a:lnTo>
                  <a:cubicBezTo>
                    <a:pt x="177546" y="363601"/>
                    <a:pt x="168910" y="354584"/>
                    <a:pt x="158623" y="350266"/>
                  </a:cubicBezTo>
                  <a:lnTo>
                    <a:pt x="157353" y="349758"/>
                  </a:lnTo>
                  <a:cubicBezTo>
                    <a:pt x="147066" y="345440"/>
                    <a:pt x="134493" y="345694"/>
                    <a:pt x="124333" y="352552"/>
                  </a:cubicBezTo>
                  <a:lnTo>
                    <a:pt x="107061" y="364109"/>
                  </a:lnTo>
                  <a:cubicBezTo>
                    <a:pt x="106045" y="364744"/>
                    <a:pt x="104902" y="365252"/>
                    <a:pt x="103632" y="365252"/>
                  </a:cubicBezTo>
                  <a:cubicBezTo>
                    <a:pt x="88138" y="353822"/>
                    <a:pt x="74422" y="340233"/>
                    <a:pt x="63119" y="324739"/>
                  </a:cubicBezTo>
                  <a:cubicBezTo>
                    <a:pt x="63246" y="323596"/>
                    <a:pt x="63500" y="322453"/>
                    <a:pt x="64262" y="321310"/>
                  </a:cubicBezTo>
                  <a:lnTo>
                    <a:pt x="75819" y="304038"/>
                  </a:lnTo>
                  <a:cubicBezTo>
                    <a:pt x="82550" y="293878"/>
                    <a:pt x="82931" y="281305"/>
                    <a:pt x="78613" y="271018"/>
                  </a:cubicBezTo>
                  <a:lnTo>
                    <a:pt x="78105" y="269748"/>
                  </a:lnTo>
                  <a:cubicBezTo>
                    <a:pt x="73787" y="259334"/>
                    <a:pt x="64770" y="250825"/>
                    <a:pt x="52705" y="248412"/>
                  </a:cubicBezTo>
                  <a:lnTo>
                    <a:pt x="32385" y="244348"/>
                  </a:lnTo>
                  <a:cubicBezTo>
                    <a:pt x="31115" y="244094"/>
                    <a:pt x="30099" y="243459"/>
                    <a:pt x="29210" y="242824"/>
                  </a:cubicBezTo>
                  <a:cubicBezTo>
                    <a:pt x="27686" y="233426"/>
                    <a:pt x="26797" y="223774"/>
                    <a:pt x="26797" y="214122"/>
                  </a:cubicBezTo>
                  <a:cubicBezTo>
                    <a:pt x="26797" y="204470"/>
                    <a:pt x="27559" y="194818"/>
                    <a:pt x="28956" y="185420"/>
                  </a:cubicBezTo>
                  <a:cubicBezTo>
                    <a:pt x="29845" y="184531"/>
                    <a:pt x="30988" y="184023"/>
                    <a:pt x="32131" y="183896"/>
                  </a:cubicBezTo>
                  <a:lnTo>
                    <a:pt x="52578" y="179832"/>
                  </a:lnTo>
                  <a:cubicBezTo>
                    <a:pt x="64643" y="177419"/>
                    <a:pt x="73660" y="168783"/>
                    <a:pt x="77978" y="158496"/>
                  </a:cubicBezTo>
                  <a:lnTo>
                    <a:pt x="78486" y="157226"/>
                  </a:lnTo>
                  <a:cubicBezTo>
                    <a:pt x="82804" y="146939"/>
                    <a:pt x="82550" y="134366"/>
                    <a:pt x="75692" y="124206"/>
                  </a:cubicBezTo>
                  <a:lnTo>
                    <a:pt x="64135" y="106934"/>
                  </a:lnTo>
                  <a:cubicBezTo>
                    <a:pt x="63500" y="105918"/>
                    <a:pt x="62992" y="104775"/>
                    <a:pt x="62992" y="103505"/>
                  </a:cubicBezTo>
                  <a:cubicBezTo>
                    <a:pt x="68580" y="95885"/>
                    <a:pt x="74676" y="88646"/>
                    <a:pt x="81407" y="82042"/>
                  </a:cubicBezTo>
                  <a:lnTo>
                    <a:pt x="82042" y="81407"/>
                  </a:lnTo>
                  <a:cubicBezTo>
                    <a:pt x="88773" y="74803"/>
                    <a:pt x="95885" y="68580"/>
                    <a:pt x="103505" y="62992"/>
                  </a:cubicBezTo>
                  <a:cubicBezTo>
                    <a:pt x="104648" y="63119"/>
                    <a:pt x="105791" y="63373"/>
                    <a:pt x="106934" y="64135"/>
                  </a:cubicBezTo>
                  <a:lnTo>
                    <a:pt x="124206" y="75692"/>
                  </a:lnTo>
                  <a:cubicBezTo>
                    <a:pt x="134366" y="82423"/>
                    <a:pt x="146939" y="82804"/>
                    <a:pt x="157226" y="78486"/>
                  </a:cubicBezTo>
                  <a:lnTo>
                    <a:pt x="158496" y="77978"/>
                  </a:lnTo>
                  <a:cubicBezTo>
                    <a:pt x="168910" y="73660"/>
                    <a:pt x="177546" y="64643"/>
                    <a:pt x="179832" y="52578"/>
                  </a:cubicBezTo>
                  <a:lnTo>
                    <a:pt x="179832" y="52705"/>
                  </a:lnTo>
                  <a:close/>
                  <a:moveTo>
                    <a:pt x="214376" y="0"/>
                  </a:moveTo>
                  <a:cubicBezTo>
                    <a:pt x="201930" y="0"/>
                    <a:pt x="189865" y="1143"/>
                    <a:pt x="178054" y="3048"/>
                  </a:cubicBezTo>
                  <a:cubicBezTo>
                    <a:pt x="176403" y="3302"/>
                    <a:pt x="174752" y="3937"/>
                    <a:pt x="173355" y="4826"/>
                  </a:cubicBezTo>
                  <a:cubicBezTo>
                    <a:pt x="165481" y="9525"/>
                    <a:pt x="159766" y="17526"/>
                    <a:pt x="157734" y="26924"/>
                  </a:cubicBezTo>
                  <a:lnTo>
                    <a:pt x="153670" y="47244"/>
                  </a:lnTo>
                  <a:cubicBezTo>
                    <a:pt x="153289" y="49403"/>
                    <a:pt x="151511" y="51816"/>
                    <a:pt x="148336" y="52959"/>
                  </a:cubicBezTo>
                  <a:lnTo>
                    <a:pt x="148209" y="52959"/>
                  </a:lnTo>
                  <a:lnTo>
                    <a:pt x="146812" y="53594"/>
                  </a:lnTo>
                  <a:lnTo>
                    <a:pt x="146685" y="53594"/>
                  </a:lnTo>
                  <a:cubicBezTo>
                    <a:pt x="143637" y="54864"/>
                    <a:pt x="140716" y="54483"/>
                    <a:pt x="138811" y="53213"/>
                  </a:cubicBezTo>
                  <a:lnTo>
                    <a:pt x="121793" y="41910"/>
                  </a:lnTo>
                  <a:cubicBezTo>
                    <a:pt x="113792" y="36576"/>
                    <a:pt x="104013" y="35052"/>
                    <a:pt x="95250" y="37211"/>
                  </a:cubicBezTo>
                  <a:cubicBezTo>
                    <a:pt x="93599" y="37592"/>
                    <a:pt x="92075" y="38354"/>
                    <a:pt x="90678" y="39243"/>
                  </a:cubicBezTo>
                  <a:cubicBezTo>
                    <a:pt x="80772" y="46228"/>
                    <a:pt x="71628" y="53848"/>
                    <a:pt x="63119" y="62357"/>
                  </a:cubicBezTo>
                  <a:lnTo>
                    <a:pt x="62484" y="62992"/>
                  </a:lnTo>
                  <a:cubicBezTo>
                    <a:pt x="53975" y="71628"/>
                    <a:pt x="46228" y="80772"/>
                    <a:pt x="39243" y="90678"/>
                  </a:cubicBezTo>
                  <a:cubicBezTo>
                    <a:pt x="38227" y="91948"/>
                    <a:pt x="37592" y="93599"/>
                    <a:pt x="37211" y="95250"/>
                  </a:cubicBezTo>
                  <a:cubicBezTo>
                    <a:pt x="35052" y="104140"/>
                    <a:pt x="36576" y="113792"/>
                    <a:pt x="41910" y="121793"/>
                  </a:cubicBezTo>
                  <a:lnTo>
                    <a:pt x="53467" y="139065"/>
                  </a:lnTo>
                  <a:cubicBezTo>
                    <a:pt x="54737" y="140970"/>
                    <a:pt x="55118" y="143891"/>
                    <a:pt x="53848" y="146939"/>
                  </a:cubicBezTo>
                  <a:lnTo>
                    <a:pt x="53848" y="147066"/>
                  </a:lnTo>
                  <a:lnTo>
                    <a:pt x="53213" y="148463"/>
                  </a:lnTo>
                  <a:lnTo>
                    <a:pt x="53213" y="148590"/>
                  </a:lnTo>
                  <a:cubicBezTo>
                    <a:pt x="51943" y="151638"/>
                    <a:pt x="49657" y="153416"/>
                    <a:pt x="47498" y="153797"/>
                  </a:cubicBezTo>
                  <a:lnTo>
                    <a:pt x="27178" y="157861"/>
                  </a:lnTo>
                  <a:cubicBezTo>
                    <a:pt x="17653" y="159766"/>
                    <a:pt x="9779" y="165608"/>
                    <a:pt x="5080" y="173482"/>
                  </a:cubicBezTo>
                  <a:cubicBezTo>
                    <a:pt x="4191" y="174879"/>
                    <a:pt x="3683" y="176530"/>
                    <a:pt x="3302" y="178181"/>
                  </a:cubicBezTo>
                  <a:cubicBezTo>
                    <a:pt x="1143" y="189738"/>
                    <a:pt x="0" y="201930"/>
                    <a:pt x="0" y="214376"/>
                  </a:cubicBezTo>
                  <a:cubicBezTo>
                    <a:pt x="0" y="226822"/>
                    <a:pt x="1143" y="238887"/>
                    <a:pt x="3048" y="250698"/>
                  </a:cubicBezTo>
                  <a:cubicBezTo>
                    <a:pt x="3302" y="252349"/>
                    <a:pt x="3937" y="254000"/>
                    <a:pt x="4826" y="255397"/>
                  </a:cubicBezTo>
                  <a:cubicBezTo>
                    <a:pt x="9525" y="263271"/>
                    <a:pt x="17526" y="268986"/>
                    <a:pt x="26924" y="271018"/>
                  </a:cubicBezTo>
                  <a:lnTo>
                    <a:pt x="47244" y="275082"/>
                  </a:lnTo>
                  <a:cubicBezTo>
                    <a:pt x="49403" y="275463"/>
                    <a:pt x="51816" y="277241"/>
                    <a:pt x="52959" y="280289"/>
                  </a:cubicBezTo>
                  <a:lnTo>
                    <a:pt x="52959" y="280416"/>
                  </a:lnTo>
                  <a:lnTo>
                    <a:pt x="53594" y="281813"/>
                  </a:lnTo>
                  <a:lnTo>
                    <a:pt x="53594" y="281940"/>
                  </a:lnTo>
                  <a:cubicBezTo>
                    <a:pt x="54864" y="284988"/>
                    <a:pt x="54483" y="287909"/>
                    <a:pt x="53213" y="289814"/>
                  </a:cubicBezTo>
                  <a:lnTo>
                    <a:pt x="41783" y="306959"/>
                  </a:lnTo>
                  <a:cubicBezTo>
                    <a:pt x="36449" y="314960"/>
                    <a:pt x="34925" y="324739"/>
                    <a:pt x="37084" y="333502"/>
                  </a:cubicBezTo>
                  <a:cubicBezTo>
                    <a:pt x="37465" y="335026"/>
                    <a:pt x="38227" y="336677"/>
                    <a:pt x="39116" y="337947"/>
                  </a:cubicBezTo>
                  <a:cubicBezTo>
                    <a:pt x="53213" y="357886"/>
                    <a:pt x="70612" y="375285"/>
                    <a:pt x="90551" y="389382"/>
                  </a:cubicBezTo>
                  <a:cubicBezTo>
                    <a:pt x="91948" y="390398"/>
                    <a:pt x="93472" y="391033"/>
                    <a:pt x="95123" y="391541"/>
                  </a:cubicBezTo>
                  <a:cubicBezTo>
                    <a:pt x="104013" y="393700"/>
                    <a:pt x="113665" y="392176"/>
                    <a:pt x="121666" y="386842"/>
                  </a:cubicBezTo>
                  <a:lnTo>
                    <a:pt x="138938" y="375285"/>
                  </a:lnTo>
                  <a:cubicBezTo>
                    <a:pt x="140716" y="374015"/>
                    <a:pt x="143764" y="373634"/>
                    <a:pt x="146812" y="374904"/>
                  </a:cubicBezTo>
                  <a:lnTo>
                    <a:pt x="146939" y="374904"/>
                  </a:lnTo>
                  <a:lnTo>
                    <a:pt x="148336" y="375539"/>
                  </a:lnTo>
                  <a:lnTo>
                    <a:pt x="148463" y="375539"/>
                  </a:lnTo>
                  <a:cubicBezTo>
                    <a:pt x="151511" y="376809"/>
                    <a:pt x="153289" y="379095"/>
                    <a:pt x="153670" y="381381"/>
                  </a:cubicBezTo>
                  <a:lnTo>
                    <a:pt x="157734" y="401701"/>
                  </a:lnTo>
                  <a:cubicBezTo>
                    <a:pt x="159639" y="411226"/>
                    <a:pt x="165481" y="419100"/>
                    <a:pt x="173355" y="423799"/>
                  </a:cubicBezTo>
                  <a:cubicBezTo>
                    <a:pt x="174752" y="424688"/>
                    <a:pt x="176403" y="425196"/>
                    <a:pt x="178054" y="425577"/>
                  </a:cubicBezTo>
                  <a:cubicBezTo>
                    <a:pt x="189865" y="427609"/>
                    <a:pt x="202057" y="428625"/>
                    <a:pt x="214376" y="428625"/>
                  </a:cubicBezTo>
                  <a:cubicBezTo>
                    <a:pt x="226695" y="428625"/>
                    <a:pt x="238887" y="427482"/>
                    <a:pt x="250698" y="425577"/>
                  </a:cubicBezTo>
                  <a:cubicBezTo>
                    <a:pt x="252349" y="425323"/>
                    <a:pt x="254000" y="424688"/>
                    <a:pt x="255397" y="423799"/>
                  </a:cubicBezTo>
                  <a:cubicBezTo>
                    <a:pt x="263271" y="419100"/>
                    <a:pt x="269113" y="411099"/>
                    <a:pt x="271018" y="401701"/>
                  </a:cubicBezTo>
                  <a:lnTo>
                    <a:pt x="275082" y="381381"/>
                  </a:lnTo>
                  <a:cubicBezTo>
                    <a:pt x="275463" y="379222"/>
                    <a:pt x="277241" y="376809"/>
                    <a:pt x="280416" y="375539"/>
                  </a:cubicBezTo>
                  <a:lnTo>
                    <a:pt x="280543" y="375539"/>
                  </a:lnTo>
                  <a:lnTo>
                    <a:pt x="281940" y="374904"/>
                  </a:lnTo>
                  <a:lnTo>
                    <a:pt x="282067" y="374904"/>
                  </a:lnTo>
                  <a:cubicBezTo>
                    <a:pt x="285115" y="373634"/>
                    <a:pt x="288036" y="374015"/>
                    <a:pt x="289941" y="375285"/>
                  </a:cubicBezTo>
                  <a:lnTo>
                    <a:pt x="306832" y="386842"/>
                  </a:lnTo>
                  <a:cubicBezTo>
                    <a:pt x="314833" y="392176"/>
                    <a:pt x="324612" y="393700"/>
                    <a:pt x="333375" y="391541"/>
                  </a:cubicBezTo>
                  <a:cubicBezTo>
                    <a:pt x="335026" y="391160"/>
                    <a:pt x="336550" y="390398"/>
                    <a:pt x="337947" y="389382"/>
                  </a:cubicBezTo>
                  <a:cubicBezTo>
                    <a:pt x="357886" y="375285"/>
                    <a:pt x="375285" y="357886"/>
                    <a:pt x="389382" y="337947"/>
                  </a:cubicBezTo>
                  <a:cubicBezTo>
                    <a:pt x="390398" y="336677"/>
                    <a:pt x="391033" y="335026"/>
                    <a:pt x="391414" y="333375"/>
                  </a:cubicBezTo>
                  <a:cubicBezTo>
                    <a:pt x="393573" y="324485"/>
                    <a:pt x="392049" y="314833"/>
                    <a:pt x="386715" y="306832"/>
                  </a:cubicBezTo>
                  <a:lnTo>
                    <a:pt x="375158" y="289560"/>
                  </a:lnTo>
                  <a:cubicBezTo>
                    <a:pt x="373888" y="287782"/>
                    <a:pt x="373507" y="284734"/>
                    <a:pt x="374777" y="281686"/>
                  </a:cubicBezTo>
                  <a:lnTo>
                    <a:pt x="374777" y="281559"/>
                  </a:lnTo>
                  <a:lnTo>
                    <a:pt x="375412" y="280162"/>
                  </a:lnTo>
                  <a:lnTo>
                    <a:pt x="375412" y="280035"/>
                  </a:lnTo>
                  <a:cubicBezTo>
                    <a:pt x="376682" y="276987"/>
                    <a:pt x="378968" y="275209"/>
                    <a:pt x="381127" y="274701"/>
                  </a:cubicBezTo>
                  <a:lnTo>
                    <a:pt x="401447" y="270637"/>
                  </a:lnTo>
                  <a:lnTo>
                    <a:pt x="398907" y="257556"/>
                  </a:lnTo>
                  <a:lnTo>
                    <a:pt x="401447" y="270637"/>
                  </a:lnTo>
                  <a:cubicBezTo>
                    <a:pt x="410972" y="268732"/>
                    <a:pt x="418846" y="262890"/>
                    <a:pt x="423545" y="255143"/>
                  </a:cubicBezTo>
                  <a:cubicBezTo>
                    <a:pt x="424434" y="253746"/>
                    <a:pt x="424942" y="252095"/>
                    <a:pt x="425323" y="250444"/>
                  </a:cubicBezTo>
                  <a:cubicBezTo>
                    <a:pt x="427355" y="238760"/>
                    <a:pt x="428371" y="226568"/>
                    <a:pt x="428371" y="214249"/>
                  </a:cubicBezTo>
                  <a:lnTo>
                    <a:pt x="428371" y="213868"/>
                  </a:lnTo>
                  <a:cubicBezTo>
                    <a:pt x="428371" y="201549"/>
                    <a:pt x="427355" y="189484"/>
                    <a:pt x="425323" y="177673"/>
                  </a:cubicBezTo>
                  <a:cubicBezTo>
                    <a:pt x="425069" y="176022"/>
                    <a:pt x="424434" y="174371"/>
                    <a:pt x="423545" y="172974"/>
                  </a:cubicBezTo>
                  <a:cubicBezTo>
                    <a:pt x="418846" y="165100"/>
                    <a:pt x="410972" y="159385"/>
                    <a:pt x="401447" y="157353"/>
                  </a:cubicBezTo>
                  <a:lnTo>
                    <a:pt x="381127" y="153289"/>
                  </a:lnTo>
                  <a:cubicBezTo>
                    <a:pt x="378968" y="152908"/>
                    <a:pt x="376555" y="151130"/>
                    <a:pt x="375412" y="148082"/>
                  </a:cubicBezTo>
                  <a:lnTo>
                    <a:pt x="375412" y="147955"/>
                  </a:lnTo>
                  <a:lnTo>
                    <a:pt x="374777" y="146558"/>
                  </a:lnTo>
                  <a:lnTo>
                    <a:pt x="374777" y="146431"/>
                  </a:lnTo>
                  <a:cubicBezTo>
                    <a:pt x="373507" y="143383"/>
                    <a:pt x="373888" y="140462"/>
                    <a:pt x="375158" y="138557"/>
                  </a:cubicBezTo>
                  <a:lnTo>
                    <a:pt x="386715" y="121539"/>
                  </a:lnTo>
                  <a:cubicBezTo>
                    <a:pt x="392049" y="113538"/>
                    <a:pt x="393573" y="103759"/>
                    <a:pt x="391414" y="94996"/>
                  </a:cubicBezTo>
                  <a:cubicBezTo>
                    <a:pt x="391033" y="93472"/>
                    <a:pt x="390398" y="91821"/>
                    <a:pt x="389382" y="90424"/>
                  </a:cubicBezTo>
                  <a:cubicBezTo>
                    <a:pt x="382397" y="80645"/>
                    <a:pt x="374777" y="71374"/>
                    <a:pt x="366268" y="62865"/>
                  </a:cubicBezTo>
                  <a:lnTo>
                    <a:pt x="365506" y="62103"/>
                  </a:lnTo>
                  <a:cubicBezTo>
                    <a:pt x="356997" y="53594"/>
                    <a:pt x="347853" y="45974"/>
                    <a:pt x="337947" y="38989"/>
                  </a:cubicBezTo>
                  <a:cubicBezTo>
                    <a:pt x="336550" y="37973"/>
                    <a:pt x="335026" y="37338"/>
                    <a:pt x="333375" y="36957"/>
                  </a:cubicBezTo>
                  <a:cubicBezTo>
                    <a:pt x="324485" y="34798"/>
                    <a:pt x="314833" y="36322"/>
                    <a:pt x="306832" y="41656"/>
                  </a:cubicBezTo>
                  <a:lnTo>
                    <a:pt x="289433" y="53086"/>
                  </a:lnTo>
                  <a:cubicBezTo>
                    <a:pt x="287655" y="54356"/>
                    <a:pt x="284607" y="54737"/>
                    <a:pt x="281559" y="53467"/>
                  </a:cubicBezTo>
                  <a:lnTo>
                    <a:pt x="281432" y="53467"/>
                  </a:lnTo>
                  <a:lnTo>
                    <a:pt x="280035" y="52832"/>
                  </a:lnTo>
                  <a:lnTo>
                    <a:pt x="279908" y="52832"/>
                  </a:lnTo>
                  <a:cubicBezTo>
                    <a:pt x="276860" y="51562"/>
                    <a:pt x="275082" y="49276"/>
                    <a:pt x="274701" y="47117"/>
                  </a:cubicBezTo>
                  <a:lnTo>
                    <a:pt x="270637" y="26797"/>
                  </a:lnTo>
                  <a:cubicBezTo>
                    <a:pt x="268732" y="17272"/>
                    <a:pt x="262890" y="9398"/>
                    <a:pt x="255016" y="4699"/>
                  </a:cubicBezTo>
                  <a:cubicBezTo>
                    <a:pt x="253619" y="3810"/>
                    <a:pt x="251968" y="3302"/>
                    <a:pt x="250317" y="2921"/>
                  </a:cubicBezTo>
                  <a:cubicBezTo>
                    <a:pt x="238887" y="1143"/>
                    <a:pt x="226695" y="0"/>
                    <a:pt x="214376" y="0"/>
                  </a:cubicBezTo>
                  <a:close/>
                  <a:moveTo>
                    <a:pt x="160782" y="214376"/>
                  </a:moveTo>
                  <a:cubicBezTo>
                    <a:pt x="160782" y="210820"/>
                    <a:pt x="161163" y="207391"/>
                    <a:pt x="161798" y="203962"/>
                  </a:cubicBezTo>
                  <a:cubicBezTo>
                    <a:pt x="162433" y="200533"/>
                    <a:pt x="163449" y="197104"/>
                    <a:pt x="164846" y="193929"/>
                  </a:cubicBezTo>
                  <a:cubicBezTo>
                    <a:pt x="166243" y="190754"/>
                    <a:pt x="167894" y="187579"/>
                    <a:pt x="169799" y="184658"/>
                  </a:cubicBezTo>
                  <a:cubicBezTo>
                    <a:pt x="171704" y="181737"/>
                    <a:pt x="173990" y="179070"/>
                    <a:pt x="176403" y="176530"/>
                  </a:cubicBezTo>
                  <a:cubicBezTo>
                    <a:pt x="178816" y="173990"/>
                    <a:pt x="181610" y="171831"/>
                    <a:pt x="184531" y="169926"/>
                  </a:cubicBezTo>
                  <a:cubicBezTo>
                    <a:pt x="187452" y="168021"/>
                    <a:pt x="190500" y="166370"/>
                    <a:pt x="193802" y="164973"/>
                  </a:cubicBezTo>
                  <a:cubicBezTo>
                    <a:pt x="197104" y="163576"/>
                    <a:pt x="200406" y="162560"/>
                    <a:pt x="203835" y="161925"/>
                  </a:cubicBezTo>
                  <a:cubicBezTo>
                    <a:pt x="207264" y="161290"/>
                    <a:pt x="210820" y="160909"/>
                    <a:pt x="214249" y="160909"/>
                  </a:cubicBezTo>
                  <a:cubicBezTo>
                    <a:pt x="217678" y="160909"/>
                    <a:pt x="221234" y="161290"/>
                    <a:pt x="224663" y="161925"/>
                  </a:cubicBezTo>
                  <a:cubicBezTo>
                    <a:pt x="228092" y="162560"/>
                    <a:pt x="231521" y="163576"/>
                    <a:pt x="234696" y="164973"/>
                  </a:cubicBezTo>
                  <a:cubicBezTo>
                    <a:pt x="237871" y="166370"/>
                    <a:pt x="241046" y="168021"/>
                    <a:pt x="243967" y="169926"/>
                  </a:cubicBezTo>
                  <a:cubicBezTo>
                    <a:pt x="246888" y="171831"/>
                    <a:pt x="249555" y="174117"/>
                    <a:pt x="252095" y="176530"/>
                  </a:cubicBezTo>
                  <a:cubicBezTo>
                    <a:pt x="254635" y="178943"/>
                    <a:pt x="256794" y="181737"/>
                    <a:pt x="258826" y="184658"/>
                  </a:cubicBezTo>
                  <a:cubicBezTo>
                    <a:pt x="260858" y="187579"/>
                    <a:pt x="262382" y="190627"/>
                    <a:pt x="263779" y="193929"/>
                  </a:cubicBezTo>
                  <a:cubicBezTo>
                    <a:pt x="265176" y="197231"/>
                    <a:pt x="266192" y="200533"/>
                    <a:pt x="266827" y="203962"/>
                  </a:cubicBezTo>
                  <a:cubicBezTo>
                    <a:pt x="267462" y="207391"/>
                    <a:pt x="267843" y="210947"/>
                    <a:pt x="267843" y="214376"/>
                  </a:cubicBezTo>
                  <a:cubicBezTo>
                    <a:pt x="267843" y="217805"/>
                    <a:pt x="267462" y="221361"/>
                    <a:pt x="266827" y="224790"/>
                  </a:cubicBezTo>
                  <a:cubicBezTo>
                    <a:pt x="266192" y="228219"/>
                    <a:pt x="265176" y="231521"/>
                    <a:pt x="263779" y="234823"/>
                  </a:cubicBezTo>
                  <a:cubicBezTo>
                    <a:pt x="262382" y="238125"/>
                    <a:pt x="260731" y="241173"/>
                    <a:pt x="258826" y="244094"/>
                  </a:cubicBezTo>
                  <a:cubicBezTo>
                    <a:pt x="256921" y="247015"/>
                    <a:pt x="254635" y="249682"/>
                    <a:pt x="252095" y="252222"/>
                  </a:cubicBezTo>
                  <a:cubicBezTo>
                    <a:pt x="249555" y="254762"/>
                    <a:pt x="246888" y="256921"/>
                    <a:pt x="243967" y="258953"/>
                  </a:cubicBezTo>
                  <a:cubicBezTo>
                    <a:pt x="241046" y="260985"/>
                    <a:pt x="237998" y="262509"/>
                    <a:pt x="234696" y="263906"/>
                  </a:cubicBezTo>
                  <a:cubicBezTo>
                    <a:pt x="231394" y="265303"/>
                    <a:pt x="228092" y="266319"/>
                    <a:pt x="224663" y="266954"/>
                  </a:cubicBezTo>
                  <a:cubicBezTo>
                    <a:pt x="221234" y="267589"/>
                    <a:pt x="217678" y="267970"/>
                    <a:pt x="214249" y="267970"/>
                  </a:cubicBezTo>
                  <a:cubicBezTo>
                    <a:pt x="210820" y="267970"/>
                    <a:pt x="207264" y="267589"/>
                    <a:pt x="203835" y="266954"/>
                  </a:cubicBezTo>
                  <a:cubicBezTo>
                    <a:pt x="200406" y="266319"/>
                    <a:pt x="196977" y="265303"/>
                    <a:pt x="193802" y="263906"/>
                  </a:cubicBezTo>
                  <a:cubicBezTo>
                    <a:pt x="190627" y="262509"/>
                    <a:pt x="187452" y="260858"/>
                    <a:pt x="184531" y="258953"/>
                  </a:cubicBezTo>
                  <a:cubicBezTo>
                    <a:pt x="181610" y="257048"/>
                    <a:pt x="178943" y="254762"/>
                    <a:pt x="176403" y="252222"/>
                  </a:cubicBezTo>
                  <a:cubicBezTo>
                    <a:pt x="173863" y="249682"/>
                    <a:pt x="171704" y="247015"/>
                    <a:pt x="169799" y="244094"/>
                  </a:cubicBezTo>
                  <a:cubicBezTo>
                    <a:pt x="167894" y="241173"/>
                    <a:pt x="166243" y="238125"/>
                    <a:pt x="164846" y="234823"/>
                  </a:cubicBezTo>
                  <a:cubicBezTo>
                    <a:pt x="163449" y="231521"/>
                    <a:pt x="162433" y="228219"/>
                    <a:pt x="161798" y="224790"/>
                  </a:cubicBezTo>
                  <a:cubicBezTo>
                    <a:pt x="161163" y="221361"/>
                    <a:pt x="160782" y="217805"/>
                    <a:pt x="160782" y="214376"/>
                  </a:cubicBezTo>
                  <a:close/>
                  <a:moveTo>
                    <a:pt x="294767" y="214376"/>
                  </a:moveTo>
                  <a:cubicBezTo>
                    <a:pt x="294767" y="209042"/>
                    <a:pt x="294259" y="203835"/>
                    <a:pt x="293243" y="198628"/>
                  </a:cubicBezTo>
                  <a:cubicBezTo>
                    <a:pt x="292227" y="193421"/>
                    <a:pt x="290703" y="188468"/>
                    <a:pt x="288671" y="183515"/>
                  </a:cubicBezTo>
                  <a:cubicBezTo>
                    <a:pt x="286639" y="178562"/>
                    <a:pt x="284226" y="173990"/>
                    <a:pt x="281305" y="169672"/>
                  </a:cubicBezTo>
                  <a:cubicBezTo>
                    <a:pt x="278384" y="165354"/>
                    <a:pt x="275082" y="161163"/>
                    <a:pt x="271272" y="157480"/>
                  </a:cubicBezTo>
                  <a:cubicBezTo>
                    <a:pt x="267462" y="153797"/>
                    <a:pt x="263525" y="150368"/>
                    <a:pt x="259080" y="147447"/>
                  </a:cubicBezTo>
                  <a:cubicBezTo>
                    <a:pt x="254635" y="144526"/>
                    <a:pt x="250063" y="142113"/>
                    <a:pt x="245110" y="140081"/>
                  </a:cubicBezTo>
                  <a:cubicBezTo>
                    <a:pt x="240157" y="138049"/>
                    <a:pt x="235204" y="136525"/>
                    <a:pt x="229997" y="135509"/>
                  </a:cubicBezTo>
                  <a:cubicBezTo>
                    <a:pt x="224790" y="134493"/>
                    <a:pt x="219583" y="133985"/>
                    <a:pt x="214376" y="133985"/>
                  </a:cubicBezTo>
                  <a:cubicBezTo>
                    <a:pt x="209169" y="133985"/>
                    <a:pt x="203835" y="134493"/>
                    <a:pt x="198628" y="135509"/>
                  </a:cubicBezTo>
                  <a:cubicBezTo>
                    <a:pt x="193421" y="136525"/>
                    <a:pt x="188468" y="138049"/>
                    <a:pt x="183515" y="140081"/>
                  </a:cubicBezTo>
                  <a:cubicBezTo>
                    <a:pt x="178562" y="142113"/>
                    <a:pt x="173990" y="144526"/>
                    <a:pt x="169672" y="147447"/>
                  </a:cubicBezTo>
                  <a:cubicBezTo>
                    <a:pt x="165354" y="150368"/>
                    <a:pt x="161290" y="153670"/>
                    <a:pt x="157480" y="157480"/>
                  </a:cubicBezTo>
                  <a:cubicBezTo>
                    <a:pt x="153670" y="161290"/>
                    <a:pt x="150368" y="165227"/>
                    <a:pt x="147447" y="169672"/>
                  </a:cubicBezTo>
                  <a:cubicBezTo>
                    <a:pt x="144526" y="174117"/>
                    <a:pt x="141986" y="178689"/>
                    <a:pt x="140081" y="183515"/>
                  </a:cubicBezTo>
                  <a:cubicBezTo>
                    <a:pt x="138176" y="188341"/>
                    <a:pt x="136525" y="193421"/>
                    <a:pt x="135509" y="198628"/>
                  </a:cubicBezTo>
                  <a:cubicBezTo>
                    <a:pt x="134493" y="203835"/>
                    <a:pt x="133985" y="209042"/>
                    <a:pt x="133985" y="214376"/>
                  </a:cubicBezTo>
                  <a:cubicBezTo>
                    <a:pt x="133985" y="219710"/>
                    <a:pt x="134493" y="224917"/>
                    <a:pt x="135509" y="229997"/>
                  </a:cubicBezTo>
                  <a:cubicBezTo>
                    <a:pt x="136525" y="235077"/>
                    <a:pt x="138049" y="240157"/>
                    <a:pt x="140081" y="245110"/>
                  </a:cubicBezTo>
                  <a:cubicBezTo>
                    <a:pt x="142113" y="250063"/>
                    <a:pt x="144526" y="254635"/>
                    <a:pt x="147447" y="258953"/>
                  </a:cubicBezTo>
                  <a:cubicBezTo>
                    <a:pt x="150368" y="263271"/>
                    <a:pt x="153670" y="267335"/>
                    <a:pt x="157480" y="271145"/>
                  </a:cubicBezTo>
                  <a:cubicBezTo>
                    <a:pt x="161290" y="274955"/>
                    <a:pt x="165227" y="278257"/>
                    <a:pt x="169672" y="281178"/>
                  </a:cubicBezTo>
                  <a:cubicBezTo>
                    <a:pt x="174117" y="284099"/>
                    <a:pt x="178689" y="286639"/>
                    <a:pt x="183515" y="288671"/>
                  </a:cubicBezTo>
                  <a:cubicBezTo>
                    <a:pt x="188341" y="290703"/>
                    <a:pt x="193421" y="292227"/>
                    <a:pt x="198628" y="293243"/>
                  </a:cubicBezTo>
                  <a:cubicBezTo>
                    <a:pt x="203835" y="294259"/>
                    <a:pt x="209042" y="294767"/>
                    <a:pt x="214376" y="294767"/>
                  </a:cubicBezTo>
                  <a:cubicBezTo>
                    <a:pt x="219710" y="294767"/>
                    <a:pt x="224917" y="294259"/>
                    <a:pt x="229997" y="293243"/>
                  </a:cubicBezTo>
                  <a:cubicBezTo>
                    <a:pt x="235077" y="292227"/>
                    <a:pt x="240157" y="290703"/>
                    <a:pt x="245110" y="288671"/>
                  </a:cubicBezTo>
                  <a:cubicBezTo>
                    <a:pt x="250063" y="286639"/>
                    <a:pt x="254635" y="284099"/>
                    <a:pt x="259080" y="281178"/>
                  </a:cubicBezTo>
                  <a:cubicBezTo>
                    <a:pt x="263525" y="278257"/>
                    <a:pt x="267462" y="274955"/>
                    <a:pt x="271272" y="271145"/>
                  </a:cubicBezTo>
                  <a:cubicBezTo>
                    <a:pt x="275082" y="267335"/>
                    <a:pt x="278384" y="263398"/>
                    <a:pt x="281305" y="258953"/>
                  </a:cubicBezTo>
                  <a:cubicBezTo>
                    <a:pt x="284226" y="254508"/>
                    <a:pt x="286766" y="249936"/>
                    <a:pt x="288671" y="245110"/>
                  </a:cubicBezTo>
                  <a:cubicBezTo>
                    <a:pt x="290576" y="240284"/>
                    <a:pt x="292227" y="235204"/>
                    <a:pt x="293243" y="229997"/>
                  </a:cubicBezTo>
                  <a:cubicBezTo>
                    <a:pt x="294259" y="224790"/>
                    <a:pt x="294767" y="219583"/>
                    <a:pt x="294767" y="214376"/>
                  </a:cubicBezTo>
                </a:path>
              </a:pathLst>
            </a:custGeom>
            <a:solidFill>
              <a:srgbClr val="E1E1DF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5846559" y="1857223"/>
            <a:ext cx="375056" cy="428625"/>
            <a:chOff x="0" y="0"/>
            <a:chExt cx="375056" cy="4286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5031" cy="428625"/>
            </a:xfrm>
            <a:custGeom>
              <a:avLst/>
              <a:gdLst/>
              <a:ahLst/>
              <a:cxnLst/>
              <a:rect r="r" b="b" t="t" l="l"/>
              <a:pathLst>
                <a:path h="428625" w="375031">
                  <a:moveTo>
                    <a:pt x="133985" y="321437"/>
                  </a:moveTo>
                  <a:cubicBezTo>
                    <a:pt x="119126" y="321437"/>
                    <a:pt x="107188" y="309499"/>
                    <a:pt x="107188" y="294640"/>
                  </a:cubicBezTo>
                  <a:lnTo>
                    <a:pt x="107188" y="53594"/>
                  </a:lnTo>
                  <a:cubicBezTo>
                    <a:pt x="107188" y="38735"/>
                    <a:pt x="119126" y="26797"/>
                    <a:pt x="133985" y="26797"/>
                  </a:cubicBezTo>
                  <a:lnTo>
                    <a:pt x="254508" y="26797"/>
                  </a:lnTo>
                  <a:lnTo>
                    <a:pt x="254508" y="93726"/>
                  </a:lnTo>
                  <a:cubicBezTo>
                    <a:pt x="254508" y="108585"/>
                    <a:pt x="266446" y="120523"/>
                    <a:pt x="281305" y="120523"/>
                  </a:cubicBezTo>
                  <a:lnTo>
                    <a:pt x="348234" y="120523"/>
                  </a:lnTo>
                  <a:cubicBezTo>
                    <a:pt x="348234" y="120777"/>
                    <a:pt x="348234" y="120904"/>
                    <a:pt x="348234" y="121158"/>
                  </a:cubicBezTo>
                  <a:lnTo>
                    <a:pt x="348234" y="294640"/>
                  </a:lnTo>
                  <a:cubicBezTo>
                    <a:pt x="348234" y="309499"/>
                    <a:pt x="336296" y="321437"/>
                    <a:pt x="321437" y="321437"/>
                  </a:cubicBezTo>
                  <a:lnTo>
                    <a:pt x="133985" y="321437"/>
                  </a:lnTo>
                  <a:close/>
                  <a:moveTo>
                    <a:pt x="281305" y="48133"/>
                  </a:moveTo>
                  <a:lnTo>
                    <a:pt x="326517" y="93726"/>
                  </a:lnTo>
                  <a:lnTo>
                    <a:pt x="281305" y="93726"/>
                  </a:lnTo>
                  <a:lnTo>
                    <a:pt x="281305" y="48133"/>
                  </a:lnTo>
                  <a:close/>
                  <a:moveTo>
                    <a:pt x="133985" y="0"/>
                  </a:moveTo>
                  <a:cubicBezTo>
                    <a:pt x="104394" y="0"/>
                    <a:pt x="80391" y="24003"/>
                    <a:pt x="80391" y="53594"/>
                  </a:cubicBezTo>
                  <a:lnTo>
                    <a:pt x="80391" y="294640"/>
                  </a:lnTo>
                  <a:cubicBezTo>
                    <a:pt x="80391" y="324231"/>
                    <a:pt x="104394" y="348234"/>
                    <a:pt x="133985" y="348234"/>
                  </a:cubicBezTo>
                  <a:lnTo>
                    <a:pt x="321437" y="348234"/>
                  </a:lnTo>
                  <a:cubicBezTo>
                    <a:pt x="351028" y="348234"/>
                    <a:pt x="375031" y="324231"/>
                    <a:pt x="375031" y="294640"/>
                  </a:cubicBezTo>
                  <a:lnTo>
                    <a:pt x="375031" y="121158"/>
                  </a:lnTo>
                  <a:cubicBezTo>
                    <a:pt x="375031" y="110490"/>
                    <a:pt x="370840" y="100330"/>
                    <a:pt x="363347" y="92837"/>
                  </a:cubicBezTo>
                  <a:lnTo>
                    <a:pt x="283083" y="11938"/>
                  </a:lnTo>
                  <a:cubicBezTo>
                    <a:pt x="275463" y="4318"/>
                    <a:pt x="265176" y="0"/>
                    <a:pt x="254508" y="0"/>
                  </a:cubicBezTo>
                  <a:lnTo>
                    <a:pt x="133985" y="0"/>
                  </a:lnTo>
                  <a:close/>
                  <a:moveTo>
                    <a:pt x="26797" y="93726"/>
                  </a:moveTo>
                  <a:cubicBezTo>
                    <a:pt x="26797" y="86360"/>
                    <a:pt x="20701" y="80391"/>
                    <a:pt x="13462" y="80391"/>
                  </a:cubicBezTo>
                  <a:cubicBezTo>
                    <a:pt x="6223" y="80391"/>
                    <a:pt x="0" y="86360"/>
                    <a:pt x="0" y="93726"/>
                  </a:cubicBezTo>
                  <a:lnTo>
                    <a:pt x="0" y="321437"/>
                  </a:lnTo>
                  <a:cubicBezTo>
                    <a:pt x="0" y="380619"/>
                    <a:pt x="48006" y="428625"/>
                    <a:pt x="107188" y="428625"/>
                  </a:cubicBezTo>
                  <a:lnTo>
                    <a:pt x="281305" y="428625"/>
                  </a:lnTo>
                  <a:cubicBezTo>
                    <a:pt x="288671" y="428625"/>
                    <a:pt x="294640" y="422529"/>
                    <a:pt x="294640" y="415163"/>
                  </a:cubicBezTo>
                  <a:cubicBezTo>
                    <a:pt x="294640" y="407797"/>
                    <a:pt x="288544" y="401828"/>
                    <a:pt x="281305" y="401828"/>
                  </a:cubicBezTo>
                  <a:lnTo>
                    <a:pt x="107188" y="401828"/>
                  </a:lnTo>
                  <a:cubicBezTo>
                    <a:pt x="62865" y="401828"/>
                    <a:pt x="26797" y="365887"/>
                    <a:pt x="26797" y="321437"/>
                  </a:cubicBezTo>
                  <a:lnTo>
                    <a:pt x="26797" y="93726"/>
                  </a:lnTo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00075" y="930964"/>
            <a:ext cx="547239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>
                <a:solidFill>
                  <a:srgbClr val="EDEDE8"/>
                </a:solidFill>
                <a:latin typeface="Tomorrow"/>
                <a:ea typeface="Tomorrow"/>
                <a:cs typeface="Tomorrow"/>
                <a:sym typeface="Tomorrow"/>
              </a:rPr>
              <a:t>The Agentic AI Approach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0075" y="2413264"/>
            <a:ext cx="227320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6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Autonomous Agents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21999" y="2786463"/>
            <a:ext cx="38824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0075" y="4594489"/>
            <a:ext cx="26050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6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Collaborative Decisions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36572" y="4967688"/>
            <a:ext cx="38824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22166" y="2413264"/>
            <a:ext cx="232960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6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Multi-Agent Systems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08231" y="2786463"/>
            <a:ext cx="38824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22166" y="4594489"/>
            <a:ext cx="321996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6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Complex Problem Resolution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37336" y="4967688"/>
            <a:ext cx="38824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0075" y="2853138"/>
            <a:ext cx="4751461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Self-governingAIentitiescapable of independent action, learning, and adaptation within dynamic environments.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0075" y="5034363"/>
            <a:ext cx="4890364" cy="80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0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Agents employsophisticated protocols and frameworks to share information, negotiate, and collectively arrive at optimal solutions.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822166" y="5034363"/>
            <a:ext cx="4949133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0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Byworkingsynergistically,thesesystems can tackle highly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22166" y="5301063"/>
            <a:ext cx="5038392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0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intricate and large-scale challenges beyond individual agent capabilities.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822166" y="2853138"/>
            <a:ext cx="5142062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Frameworks wheremultipleautonomous agents interact and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822166" y="3129363"/>
            <a:ext cx="5032305" cy="52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coordinate to achieve common goals, leveraging distributed intelligence.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4286250" cy="6858000"/>
          </a:xfrm>
          <a:custGeom>
            <a:avLst/>
            <a:gdLst/>
            <a:ahLst/>
            <a:cxnLst/>
            <a:rect r="r" b="b" t="t" l="l"/>
            <a:pathLst>
              <a:path h="6858000" w="4286250">
                <a:moveTo>
                  <a:pt x="0" y="0"/>
                </a:moveTo>
                <a:lnTo>
                  <a:pt x="4286250" y="0"/>
                </a:lnTo>
                <a:lnTo>
                  <a:pt x="428625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4820450" y="1736722"/>
            <a:ext cx="1012822" cy="3975097"/>
            <a:chOff x="0" y="0"/>
            <a:chExt cx="1012825" cy="3975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256413" y="63500"/>
              <a:ext cx="19050" cy="3848100"/>
            </a:xfrm>
            <a:custGeom>
              <a:avLst/>
              <a:gdLst/>
              <a:ahLst/>
              <a:cxnLst/>
              <a:rect r="r" b="b" t="t" l="l"/>
              <a:pathLst>
                <a:path h="3848100" w="19050">
                  <a:moveTo>
                    <a:pt x="0" y="3838575"/>
                  </a:moveTo>
                  <a:lnTo>
                    <a:pt x="0" y="9525"/>
                  </a:ln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cubicBezTo>
                    <a:pt x="12192" y="0"/>
                    <a:pt x="14351" y="889"/>
                    <a:pt x="16256" y="2794"/>
                  </a:cubicBezTo>
                  <a:cubicBezTo>
                    <a:pt x="18161" y="4699"/>
                    <a:pt x="19050" y="6858"/>
                    <a:pt x="19050" y="9525"/>
                  </a:cubicBezTo>
                  <a:lnTo>
                    <a:pt x="19050" y="3838575"/>
                  </a:lnTo>
                  <a:cubicBezTo>
                    <a:pt x="19050" y="3841242"/>
                    <a:pt x="18161" y="3843401"/>
                    <a:pt x="16256" y="3845306"/>
                  </a:cubicBezTo>
                  <a:cubicBezTo>
                    <a:pt x="14351" y="3847211"/>
                    <a:pt x="12192" y="3848100"/>
                    <a:pt x="9525" y="3848100"/>
                  </a:cubicBezTo>
                  <a:cubicBezTo>
                    <a:pt x="6858" y="3848100"/>
                    <a:pt x="4699" y="3847211"/>
                    <a:pt x="2794" y="3845306"/>
                  </a:cubicBezTo>
                  <a:cubicBezTo>
                    <a:pt x="889" y="3843401"/>
                    <a:pt x="0" y="3841242"/>
                    <a:pt x="0" y="3838575"/>
                  </a:cubicBezTo>
                </a:path>
              </a:pathLst>
            </a:custGeom>
            <a:solidFill>
              <a:srgbClr val="555553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34975" y="244475"/>
              <a:ext cx="514350" cy="19050"/>
            </a:xfrm>
            <a:custGeom>
              <a:avLst/>
              <a:gdLst/>
              <a:ahLst/>
              <a:cxnLst/>
              <a:rect r="r" b="b" t="t" l="l"/>
              <a:pathLst>
                <a:path h="19050" w="51435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504825" y="0"/>
                  </a:lnTo>
                  <a:cubicBezTo>
                    <a:pt x="507492" y="0"/>
                    <a:pt x="509651" y="889"/>
                    <a:pt x="511556" y="2794"/>
                  </a:cubicBezTo>
                  <a:cubicBezTo>
                    <a:pt x="513461" y="4699"/>
                    <a:pt x="514350" y="6858"/>
                    <a:pt x="514350" y="9525"/>
                  </a:cubicBezTo>
                  <a:cubicBezTo>
                    <a:pt x="514350" y="12192"/>
                    <a:pt x="513461" y="14351"/>
                    <a:pt x="511556" y="16256"/>
                  </a:cubicBezTo>
                  <a:cubicBezTo>
                    <a:pt x="509651" y="18161"/>
                    <a:pt x="507492" y="19050"/>
                    <a:pt x="50482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</a:path>
              </a:pathLst>
            </a:custGeom>
            <a:solidFill>
              <a:srgbClr val="55555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390652" cy="390525"/>
            </a:xfrm>
            <a:custGeom>
              <a:avLst/>
              <a:gdLst/>
              <a:ahLst/>
              <a:cxnLst/>
              <a:rect r="r" b="b" t="t" l="l"/>
              <a:pathLst>
                <a:path h="390525" w="390652">
                  <a:moveTo>
                    <a:pt x="0" y="3690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350" y="6223"/>
                  </a:cubicBezTo>
                  <a:cubicBezTo>
                    <a:pt x="8382" y="4191"/>
                    <a:pt x="10668" y="2667"/>
                    <a:pt x="13335" y="1651"/>
                  </a:cubicBezTo>
                  <a:cubicBezTo>
                    <a:pt x="16002" y="635"/>
                    <a:pt x="18542" y="0"/>
                    <a:pt x="21463" y="0"/>
                  </a:cubicBezTo>
                  <a:lnTo>
                    <a:pt x="369062" y="0"/>
                  </a:lnTo>
                  <a:cubicBezTo>
                    <a:pt x="371856" y="0"/>
                    <a:pt x="374650" y="508"/>
                    <a:pt x="377317" y="1651"/>
                  </a:cubicBezTo>
                  <a:cubicBezTo>
                    <a:pt x="379984" y="2794"/>
                    <a:pt x="382270" y="4318"/>
                    <a:pt x="384302" y="6223"/>
                  </a:cubicBezTo>
                  <a:cubicBezTo>
                    <a:pt x="386334" y="8128"/>
                    <a:pt x="387858" y="10541"/>
                    <a:pt x="389001" y="13208"/>
                  </a:cubicBezTo>
                  <a:cubicBezTo>
                    <a:pt x="390144" y="15875"/>
                    <a:pt x="390652" y="18542"/>
                    <a:pt x="390652" y="21463"/>
                  </a:cubicBezTo>
                  <a:lnTo>
                    <a:pt x="390652" y="369062"/>
                  </a:lnTo>
                  <a:cubicBezTo>
                    <a:pt x="390652" y="371856"/>
                    <a:pt x="390144" y="374650"/>
                    <a:pt x="389001" y="377317"/>
                  </a:cubicBezTo>
                  <a:cubicBezTo>
                    <a:pt x="387858" y="379984"/>
                    <a:pt x="386334" y="382270"/>
                    <a:pt x="384302" y="384302"/>
                  </a:cubicBezTo>
                  <a:cubicBezTo>
                    <a:pt x="382270" y="386334"/>
                    <a:pt x="379984" y="387858"/>
                    <a:pt x="377317" y="388874"/>
                  </a:cubicBezTo>
                  <a:cubicBezTo>
                    <a:pt x="374650" y="389890"/>
                    <a:pt x="371983" y="390525"/>
                    <a:pt x="369062" y="390525"/>
                  </a:cubicBezTo>
                  <a:lnTo>
                    <a:pt x="21463" y="390525"/>
                  </a:lnTo>
                  <a:cubicBezTo>
                    <a:pt x="18669" y="390525"/>
                    <a:pt x="15875" y="390017"/>
                    <a:pt x="13208" y="388874"/>
                  </a:cubicBezTo>
                  <a:cubicBezTo>
                    <a:pt x="10541" y="387731"/>
                    <a:pt x="8255" y="386207"/>
                    <a:pt x="6223" y="384302"/>
                  </a:cubicBezTo>
                  <a:cubicBezTo>
                    <a:pt x="4191" y="382397"/>
                    <a:pt x="2667" y="379984"/>
                    <a:pt x="1524" y="377317"/>
                  </a:cubicBezTo>
                  <a:cubicBezTo>
                    <a:pt x="381" y="374650"/>
                    <a:pt x="0" y="371983"/>
                    <a:pt x="0" y="369062"/>
                  </a:cubicBezTo>
                </a:path>
              </a:pathLst>
            </a:custGeom>
            <a:solidFill>
              <a:srgbClr val="3C3C3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34975" y="1292225"/>
              <a:ext cx="514350" cy="19050"/>
            </a:xfrm>
            <a:custGeom>
              <a:avLst/>
              <a:gdLst/>
              <a:ahLst/>
              <a:cxnLst/>
              <a:rect r="r" b="b" t="t" l="l"/>
              <a:pathLst>
                <a:path h="19050" w="51435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504825" y="0"/>
                  </a:lnTo>
                  <a:cubicBezTo>
                    <a:pt x="507492" y="0"/>
                    <a:pt x="509651" y="889"/>
                    <a:pt x="511556" y="2794"/>
                  </a:cubicBezTo>
                  <a:cubicBezTo>
                    <a:pt x="513461" y="4699"/>
                    <a:pt x="514350" y="6858"/>
                    <a:pt x="514350" y="9525"/>
                  </a:cubicBezTo>
                  <a:cubicBezTo>
                    <a:pt x="514350" y="12192"/>
                    <a:pt x="513461" y="14351"/>
                    <a:pt x="511556" y="16256"/>
                  </a:cubicBezTo>
                  <a:cubicBezTo>
                    <a:pt x="509651" y="18161"/>
                    <a:pt x="507492" y="19050"/>
                    <a:pt x="50482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</a:path>
              </a:pathLst>
            </a:custGeom>
            <a:solidFill>
              <a:srgbClr val="555553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373" y="1111250"/>
              <a:ext cx="390779" cy="381000"/>
            </a:xfrm>
            <a:custGeom>
              <a:avLst/>
              <a:gdLst/>
              <a:ahLst/>
              <a:cxnLst/>
              <a:rect r="r" b="b" t="t" l="l"/>
              <a:pathLst>
                <a:path h="381000" w="390779">
                  <a:moveTo>
                    <a:pt x="127" y="359537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208"/>
                  </a:cubicBezTo>
                  <a:cubicBezTo>
                    <a:pt x="2921" y="10541"/>
                    <a:pt x="4445" y="8255"/>
                    <a:pt x="6477" y="6223"/>
                  </a:cubicBezTo>
                  <a:cubicBezTo>
                    <a:pt x="8509" y="4191"/>
                    <a:pt x="10795" y="2667"/>
                    <a:pt x="13462" y="1651"/>
                  </a:cubicBezTo>
                  <a:cubicBezTo>
                    <a:pt x="16129" y="635"/>
                    <a:pt x="18796" y="0"/>
                    <a:pt x="21717" y="0"/>
                  </a:cubicBezTo>
                  <a:lnTo>
                    <a:pt x="369189" y="0"/>
                  </a:lnTo>
                  <a:cubicBezTo>
                    <a:pt x="371983" y="0"/>
                    <a:pt x="374777" y="508"/>
                    <a:pt x="377444" y="1651"/>
                  </a:cubicBezTo>
                  <a:cubicBezTo>
                    <a:pt x="380111" y="2794"/>
                    <a:pt x="382397" y="4318"/>
                    <a:pt x="384429" y="6223"/>
                  </a:cubicBezTo>
                  <a:cubicBezTo>
                    <a:pt x="386461" y="8128"/>
                    <a:pt x="387985" y="10541"/>
                    <a:pt x="389128" y="13208"/>
                  </a:cubicBezTo>
                  <a:cubicBezTo>
                    <a:pt x="390271" y="15875"/>
                    <a:pt x="390779" y="18542"/>
                    <a:pt x="390779" y="21463"/>
                  </a:cubicBezTo>
                  <a:lnTo>
                    <a:pt x="390779" y="359537"/>
                  </a:lnTo>
                  <a:cubicBezTo>
                    <a:pt x="390779" y="362331"/>
                    <a:pt x="390271" y="365125"/>
                    <a:pt x="389128" y="367792"/>
                  </a:cubicBezTo>
                  <a:cubicBezTo>
                    <a:pt x="387985" y="370459"/>
                    <a:pt x="386461" y="372745"/>
                    <a:pt x="384429" y="374777"/>
                  </a:cubicBezTo>
                  <a:cubicBezTo>
                    <a:pt x="382397" y="376809"/>
                    <a:pt x="380111" y="378333"/>
                    <a:pt x="377444" y="379349"/>
                  </a:cubicBezTo>
                  <a:cubicBezTo>
                    <a:pt x="374777" y="380365"/>
                    <a:pt x="372110" y="381000"/>
                    <a:pt x="369189" y="381000"/>
                  </a:cubicBezTo>
                  <a:lnTo>
                    <a:pt x="21590" y="381000"/>
                  </a:lnTo>
                  <a:cubicBezTo>
                    <a:pt x="18796" y="381000"/>
                    <a:pt x="16002" y="380492"/>
                    <a:pt x="13335" y="379349"/>
                  </a:cubicBezTo>
                  <a:cubicBezTo>
                    <a:pt x="10668" y="378206"/>
                    <a:pt x="8382" y="376682"/>
                    <a:pt x="6350" y="374777"/>
                  </a:cubicBezTo>
                  <a:cubicBezTo>
                    <a:pt x="4318" y="372872"/>
                    <a:pt x="2794" y="370459"/>
                    <a:pt x="1651" y="367792"/>
                  </a:cubicBezTo>
                  <a:cubicBezTo>
                    <a:pt x="508" y="365125"/>
                    <a:pt x="0" y="362458"/>
                    <a:pt x="0" y="359537"/>
                  </a:cubicBezTo>
                </a:path>
              </a:pathLst>
            </a:custGeom>
            <a:solidFill>
              <a:srgbClr val="3C3C3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34975" y="2339975"/>
              <a:ext cx="514350" cy="19050"/>
            </a:xfrm>
            <a:custGeom>
              <a:avLst/>
              <a:gdLst/>
              <a:ahLst/>
              <a:cxnLst/>
              <a:rect r="r" b="b" t="t" l="l"/>
              <a:pathLst>
                <a:path h="19050" w="51435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504825" y="0"/>
                  </a:lnTo>
                  <a:cubicBezTo>
                    <a:pt x="507492" y="0"/>
                    <a:pt x="509651" y="889"/>
                    <a:pt x="511556" y="2794"/>
                  </a:cubicBezTo>
                  <a:cubicBezTo>
                    <a:pt x="513461" y="4699"/>
                    <a:pt x="514350" y="6858"/>
                    <a:pt x="514350" y="9525"/>
                  </a:cubicBezTo>
                  <a:cubicBezTo>
                    <a:pt x="514350" y="12192"/>
                    <a:pt x="513461" y="14351"/>
                    <a:pt x="511556" y="16256"/>
                  </a:cubicBezTo>
                  <a:cubicBezTo>
                    <a:pt x="509651" y="18161"/>
                    <a:pt x="507492" y="19050"/>
                    <a:pt x="50482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</a:path>
              </a:pathLst>
            </a:custGeom>
            <a:solidFill>
              <a:srgbClr val="555553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373" y="2159000"/>
              <a:ext cx="390779" cy="381000"/>
            </a:xfrm>
            <a:custGeom>
              <a:avLst/>
              <a:gdLst/>
              <a:ahLst/>
              <a:cxnLst/>
              <a:rect r="r" b="b" t="t" l="l"/>
              <a:pathLst>
                <a:path h="381000" w="390779">
                  <a:moveTo>
                    <a:pt x="127" y="359537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208"/>
                  </a:cubicBezTo>
                  <a:cubicBezTo>
                    <a:pt x="2921" y="10541"/>
                    <a:pt x="4445" y="8255"/>
                    <a:pt x="6477" y="6223"/>
                  </a:cubicBezTo>
                  <a:cubicBezTo>
                    <a:pt x="8509" y="4191"/>
                    <a:pt x="10795" y="2667"/>
                    <a:pt x="13462" y="1651"/>
                  </a:cubicBezTo>
                  <a:cubicBezTo>
                    <a:pt x="16129" y="635"/>
                    <a:pt x="18796" y="0"/>
                    <a:pt x="21717" y="0"/>
                  </a:cubicBezTo>
                  <a:lnTo>
                    <a:pt x="369189" y="0"/>
                  </a:lnTo>
                  <a:cubicBezTo>
                    <a:pt x="371983" y="0"/>
                    <a:pt x="374777" y="508"/>
                    <a:pt x="377444" y="1651"/>
                  </a:cubicBezTo>
                  <a:cubicBezTo>
                    <a:pt x="380111" y="2794"/>
                    <a:pt x="382397" y="4318"/>
                    <a:pt x="384429" y="6223"/>
                  </a:cubicBezTo>
                  <a:cubicBezTo>
                    <a:pt x="386461" y="8128"/>
                    <a:pt x="387985" y="10541"/>
                    <a:pt x="389128" y="13208"/>
                  </a:cubicBezTo>
                  <a:cubicBezTo>
                    <a:pt x="390271" y="15875"/>
                    <a:pt x="390779" y="18542"/>
                    <a:pt x="390779" y="21463"/>
                  </a:cubicBezTo>
                  <a:lnTo>
                    <a:pt x="390779" y="359537"/>
                  </a:lnTo>
                  <a:cubicBezTo>
                    <a:pt x="390779" y="362331"/>
                    <a:pt x="390271" y="365125"/>
                    <a:pt x="389128" y="367792"/>
                  </a:cubicBezTo>
                  <a:cubicBezTo>
                    <a:pt x="387985" y="370459"/>
                    <a:pt x="386461" y="372745"/>
                    <a:pt x="384429" y="374777"/>
                  </a:cubicBezTo>
                  <a:cubicBezTo>
                    <a:pt x="382397" y="376809"/>
                    <a:pt x="380111" y="378333"/>
                    <a:pt x="377444" y="379349"/>
                  </a:cubicBezTo>
                  <a:cubicBezTo>
                    <a:pt x="374777" y="380365"/>
                    <a:pt x="372110" y="381000"/>
                    <a:pt x="369189" y="381000"/>
                  </a:cubicBezTo>
                  <a:lnTo>
                    <a:pt x="21590" y="381000"/>
                  </a:lnTo>
                  <a:cubicBezTo>
                    <a:pt x="18796" y="381000"/>
                    <a:pt x="16002" y="380492"/>
                    <a:pt x="13335" y="379349"/>
                  </a:cubicBezTo>
                  <a:cubicBezTo>
                    <a:pt x="10668" y="378206"/>
                    <a:pt x="8382" y="376682"/>
                    <a:pt x="6350" y="374777"/>
                  </a:cubicBezTo>
                  <a:cubicBezTo>
                    <a:pt x="4318" y="372872"/>
                    <a:pt x="2794" y="370459"/>
                    <a:pt x="1651" y="367792"/>
                  </a:cubicBezTo>
                  <a:cubicBezTo>
                    <a:pt x="508" y="365125"/>
                    <a:pt x="0" y="362458"/>
                    <a:pt x="0" y="359537"/>
                  </a:cubicBezTo>
                </a:path>
              </a:pathLst>
            </a:custGeom>
            <a:solidFill>
              <a:srgbClr val="3C3C3A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34975" y="3387725"/>
              <a:ext cx="514350" cy="19050"/>
            </a:xfrm>
            <a:custGeom>
              <a:avLst/>
              <a:gdLst/>
              <a:ahLst/>
              <a:cxnLst/>
              <a:rect r="r" b="b" t="t" l="l"/>
              <a:pathLst>
                <a:path h="19050" w="51435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504825" y="0"/>
                  </a:lnTo>
                  <a:cubicBezTo>
                    <a:pt x="507492" y="0"/>
                    <a:pt x="509651" y="889"/>
                    <a:pt x="511556" y="2794"/>
                  </a:cubicBezTo>
                  <a:cubicBezTo>
                    <a:pt x="513461" y="4699"/>
                    <a:pt x="514350" y="6858"/>
                    <a:pt x="514350" y="9525"/>
                  </a:cubicBezTo>
                  <a:cubicBezTo>
                    <a:pt x="514350" y="12192"/>
                    <a:pt x="513461" y="14351"/>
                    <a:pt x="511556" y="16256"/>
                  </a:cubicBezTo>
                  <a:cubicBezTo>
                    <a:pt x="509651" y="18161"/>
                    <a:pt x="507492" y="19050"/>
                    <a:pt x="50482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</a:path>
              </a:pathLst>
            </a:custGeom>
            <a:solidFill>
              <a:srgbClr val="555553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373" y="3206877"/>
              <a:ext cx="390779" cy="380873"/>
            </a:xfrm>
            <a:custGeom>
              <a:avLst/>
              <a:gdLst/>
              <a:ahLst/>
              <a:cxnLst/>
              <a:rect r="r" b="b" t="t" l="l"/>
              <a:pathLst>
                <a:path h="380873" w="390779">
                  <a:moveTo>
                    <a:pt x="127" y="359410"/>
                  </a:moveTo>
                  <a:lnTo>
                    <a:pt x="127" y="21336"/>
                  </a:lnTo>
                  <a:cubicBezTo>
                    <a:pt x="127" y="18542"/>
                    <a:pt x="635" y="15748"/>
                    <a:pt x="1778" y="13208"/>
                  </a:cubicBezTo>
                  <a:cubicBezTo>
                    <a:pt x="2921" y="10668"/>
                    <a:pt x="4445" y="8255"/>
                    <a:pt x="6477" y="6223"/>
                  </a:cubicBezTo>
                  <a:cubicBezTo>
                    <a:pt x="8509" y="4191"/>
                    <a:pt x="10795" y="2667"/>
                    <a:pt x="13462" y="1651"/>
                  </a:cubicBezTo>
                  <a:cubicBezTo>
                    <a:pt x="16129" y="635"/>
                    <a:pt x="18796" y="0"/>
                    <a:pt x="21717" y="0"/>
                  </a:cubicBezTo>
                  <a:lnTo>
                    <a:pt x="369189" y="0"/>
                  </a:lnTo>
                  <a:cubicBezTo>
                    <a:pt x="371983" y="0"/>
                    <a:pt x="374777" y="508"/>
                    <a:pt x="377444" y="1651"/>
                  </a:cubicBezTo>
                  <a:cubicBezTo>
                    <a:pt x="380111" y="2794"/>
                    <a:pt x="382397" y="4318"/>
                    <a:pt x="384429" y="6223"/>
                  </a:cubicBezTo>
                  <a:cubicBezTo>
                    <a:pt x="386461" y="8128"/>
                    <a:pt x="387985" y="10541"/>
                    <a:pt x="389128" y="13208"/>
                  </a:cubicBezTo>
                  <a:cubicBezTo>
                    <a:pt x="390271" y="15875"/>
                    <a:pt x="390779" y="18542"/>
                    <a:pt x="390779" y="21336"/>
                  </a:cubicBezTo>
                  <a:lnTo>
                    <a:pt x="390779" y="359410"/>
                  </a:lnTo>
                  <a:cubicBezTo>
                    <a:pt x="390779" y="362204"/>
                    <a:pt x="390271" y="364998"/>
                    <a:pt x="389128" y="367665"/>
                  </a:cubicBezTo>
                  <a:cubicBezTo>
                    <a:pt x="387985" y="370332"/>
                    <a:pt x="386461" y="372618"/>
                    <a:pt x="384429" y="374650"/>
                  </a:cubicBezTo>
                  <a:cubicBezTo>
                    <a:pt x="382397" y="376681"/>
                    <a:pt x="380111" y="378206"/>
                    <a:pt x="377444" y="379222"/>
                  </a:cubicBezTo>
                  <a:cubicBezTo>
                    <a:pt x="374777" y="380237"/>
                    <a:pt x="372110" y="380873"/>
                    <a:pt x="369189" y="380873"/>
                  </a:cubicBezTo>
                  <a:lnTo>
                    <a:pt x="21590" y="380873"/>
                  </a:lnTo>
                  <a:cubicBezTo>
                    <a:pt x="18796" y="380873"/>
                    <a:pt x="16002" y="380365"/>
                    <a:pt x="13335" y="379222"/>
                  </a:cubicBezTo>
                  <a:cubicBezTo>
                    <a:pt x="10668" y="378079"/>
                    <a:pt x="8382" y="376555"/>
                    <a:pt x="6350" y="374650"/>
                  </a:cubicBezTo>
                  <a:cubicBezTo>
                    <a:pt x="4318" y="372745"/>
                    <a:pt x="2794" y="370332"/>
                    <a:pt x="1651" y="367665"/>
                  </a:cubicBezTo>
                  <a:cubicBezTo>
                    <a:pt x="508" y="364998"/>
                    <a:pt x="0" y="362331"/>
                    <a:pt x="0" y="359410"/>
                  </a:cubicBezTo>
                </a:path>
              </a:pathLst>
            </a:custGeom>
            <a:solidFill>
              <a:srgbClr val="3C3C3A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886325" y="483441"/>
            <a:ext cx="464662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3375">
                <a:solidFill>
                  <a:srgbClr val="EDEDE8"/>
                </a:solidFill>
                <a:latin typeface="Tomorrow"/>
                <a:ea typeface="Tomorrow"/>
                <a:cs typeface="Tomorrow"/>
                <a:sym typeface="Tomorrow"/>
              </a:rPr>
              <a:t>The Future of Secure Deployments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67169" y="1651425"/>
            <a:ext cx="5224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16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20561" y="1601895"/>
            <a:ext cx="119358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2025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92738" y="2649645"/>
            <a:ext cx="176279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2025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93186" y="3687870"/>
            <a:ext cx="175231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2025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92738" y="4735620"/>
            <a:ext cx="176279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2025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36456" y="1651425"/>
            <a:ext cx="258055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16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Zero-TrustArchitecture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36456" y="2699175"/>
            <a:ext cx="284485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16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Mathematical Guarantees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103183" y="3300965"/>
            <a:ext cx="38824" cy="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8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36456" y="3746925"/>
            <a:ext cx="187929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16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Immutable Audit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62434" y="4348715"/>
            <a:ext cx="38824" cy="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8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36456" y="4794675"/>
            <a:ext cx="134482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16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AI Evolution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77717" y="5396465"/>
            <a:ext cx="38824" cy="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8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936456" y="4329665"/>
            <a:ext cx="3433391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Blockchain-recorded</a:t>
            </a:r>
            <a:r>
              <a:rPr lang="en-US" sz="135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deployment</a:t>
            </a:r>
            <a:r>
              <a:rPr lang="en-US" sz="135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history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936456" y="3281915"/>
            <a:ext cx="4319854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Cryptographicverificationofeverysecurity decision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936456" y="2234165"/>
            <a:ext cx="4602290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No</a:t>
            </a:r>
            <a:r>
              <a:rPr lang="en-US" sz="135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single</a:t>
            </a:r>
            <a:r>
              <a:rPr lang="en-US" sz="135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point</a:t>
            </a:r>
            <a:r>
              <a:rPr lang="en-US" sz="135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of</a:t>
            </a:r>
            <a:r>
              <a:rPr lang="en-US" sz="135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failure</a:t>
            </a:r>
            <a:r>
              <a:rPr lang="en-US" sz="135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through</a:t>
            </a:r>
            <a:r>
              <a:rPr lang="en-US" sz="135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distributed</a:t>
            </a:r>
            <a:r>
              <a:rPr lang="en-US" sz="135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consensus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936456" y="5234540"/>
            <a:ext cx="3504571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Continuous</a:t>
            </a:r>
            <a:r>
              <a:rPr lang="en-US" sz="135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learning</a:t>
            </a:r>
            <a:r>
              <a:rPr lang="en-US" sz="135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and</a:t>
            </a:r>
            <a:r>
              <a:rPr lang="en-US" sz="135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threat</a:t>
            </a:r>
            <a:r>
              <a:rPr lang="en-US" sz="135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adaptation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886325" y="5701265"/>
            <a:ext cx="6044089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Transforming deployment security from reactive to </a:t>
            </a:r>
            <a:r>
              <a:rPr lang="en-US" sz="1350">
                <a:solidFill>
                  <a:srgbClr val="E1E1DF"/>
                </a:solidFill>
                <a:latin typeface="Tomorrow"/>
                <a:ea typeface="Tomorrow"/>
                <a:cs typeface="Tomorrow"/>
                <a:sym typeface="Tomorrow"/>
              </a:rPr>
              <a:t>proactive, predictive, </a:t>
            </a:r>
          </a:p>
          <a:p>
            <a:pPr algn="l">
              <a:lnSpc>
                <a:spcPts val="974"/>
              </a:lnSpc>
            </a:pPr>
            <a:r>
              <a:rPr lang="en-US" sz="1350">
                <a:solidFill>
                  <a:srgbClr val="E1E1DF"/>
                </a:solidFill>
                <a:latin typeface="Tomorrow"/>
                <a:ea typeface="Tomorrow"/>
                <a:cs typeface="Tomorrow"/>
                <a:sym typeface="Tomorrow"/>
              </a:rPr>
              <a:t>and mathematically guaranteed</a:t>
            </a: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D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60716" y="4024713"/>
            <a:ext cx="38824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31119" y="4024713"/>
            <a:ext cx="38824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9436" y="567568"/>
            <a:ext cx="377916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C9C9C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Research Paper link-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1360555"/>
            <a:ext cx="8894493" cy="1677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9010" indent="-259505" lvl="1">
              <a:lnSpc>
                <a:spcPts val="3365"/>
              </a:lnSpc>
              <a:buAutoNum type="arabicPeriod" startAt="1"/>
            </a:pPr>
            <a:r>
              <a:rPr lang="en-US" b="true" sz="2403">
                <a:solidFill>
                  <a:srgbClr val="C9C9C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https://www.sciencedirect.com/science/article/pii/S2096720922000070?utm_source=chatgpt.com</a:t>
            </a:r>
          </a:p>
          <a:p>
            <a:pPr algn="just" marL="519010" indent="-259505" lvl="1">
              <a:lnSpc>
                <a:spcPts val="3365"/>
              </a:lnSpc>
              <a:buAutoNum type="arabicPeriod" startAt="1"/>
            </a:pPr>
            <a:r>
              <a:rPr lang="en-US" b="true" sz="2403">
                <a:solidFill>
                  <a:srgbClr val="C9C9C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https://cybersecurity.springeropen.com/articles/10.1186/s42400-024-00324-7?utm_source=chatgpt.com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1D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00682" y="3405588"/>
            <a:ext cx="38824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10238" y="3143250"/>
            <a:ext cx="952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88391" y="567568"/>
            <a:ext cx="873784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C9C9C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Security Concerns examples links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8391" y="1287841"/>
            <a:ext cx="8737840" cy="444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AutoNum type="arabicPeriod" startAt="1"/>
            </a:pPr>
            <a:r>
              <a:rPr lang="en-US" b="true" sz="2100">
                <a:solidFill>
                  <a:srgbClr val="C9C9C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https://www.biometricupdate.com/202509/misconfigured-servers-expose-252-million-identity-records-across-seven-nations?utm_source=chatgpt.com</a:t>
            </a:r>
          </a:p>
          <a:p>
            <a:pPr algn="just" marL="453390" indent="-226695" lvl="1">
              <a:lnSpc>
                <a:spcPts val="2940"/>
              </a:lnSpc>
              <a:buAutoNum type="arabicPeriod" startAt="1"/>
            </a:pPr>
            <a:r>
              <a:rPr lang="en-US" b="true" sz="2100">
                <a:solidFill>
                  <a:srgbClr val="C9C9C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https://www.forthepeople.com/blog/morgan-morgan-investigating-talenthook-data-breach-may-have-exposed-over-26-million-resumes/</a:t>
            </a:r>
          </a:p>
          <a:p>
            <a:pPr algn="just" marL="453390" indent="-226695" lvl="1">
              <a:lnSpc>
                <a:spcPts val="2940"/>
              </a:lnSpc>
              <a:buAutoNum type="arabicPeriod" startAt="1"/>
            </a:pPr>
            <a:r>
              <a:rPr lang="en-US" b="true" sz="2100">
                <a:solidFill>
                  <a:srgbClr val="C9C9C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https://techcrunch.com/2025/03/31/api-testing-firm-apisec-exposed-customer-data-during-security-lapse/</a:t>
            </a:r>
          </a:p>
          <a:p>
            <a:pPr algn="just" marL="453390" indent="-226695" lvl="1">
              <a:lnSpc>
                <a:spcPts val="2940"/>
              </a:lnSpc>
              <a:buAutoNum type="arabicPeriod" startAt="1"/>
            </a:pPr>
            <a:r>
              <a:rPr lang="en-US" b="true" sz="2100">
                <a:solidFill>
                  <a:srgbClr val="C9C9C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https://www.theguardian.com/australia-news/2025/sep/10/nsw-government-leaked-confidential-medical-documents-doctors-outraged-personal-professional-data-online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DAG0Rmdu8x0</dc:identifier>
  <dcterms:modified xsi:type="dcterms:W3CDTF">2011-08-01T06:04:30Z</dcterms:modified>
  <cp:revision>1</cp:revision>
  <dc:title>Self-Evolving-Deployment-Validation-System</dc:title>
</cp:coreProperties>
</file>